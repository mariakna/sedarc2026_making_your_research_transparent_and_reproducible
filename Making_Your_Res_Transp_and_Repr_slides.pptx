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9"/>
  </p:notesMasterIdLst>
  <p:sldIdLst>
    <p:sldId id="264" r:id="rId2"/>
    <p:sldId id="267" r:id="rId3"/>
    <p:sldId id="268" r:id="rId4"/>
    <p:sldId id="269" r:id="rId5"/>
    <p:sldId id="270" r:id="rId6"/>
    <p:sldId id="271" r:id="rId7"/>
    <p:sldId id="272" r:id="rId8"/>
    <p:sldId id="273" r:id="rId9"/>
    <p:sldId id="265" r:id="rId10"/>
    <p:sldId id="274" r:id="rId11"/>
    <p:sldId id="275" r:id="rId12"/>
    <p:sldId id="276" r:id="rId13"/>
    <p:sldId id="277" r:id="rId14"/>
    <p:sldId id="278" r:id="rId15"/>
    <p:sldId id="279" r:id="rId16"/>
    <p:sldId id="327" r:id="rId17"/>
    <p:sldId id="334" r:id="rId18"/>
    <p:sldId id="328" r:id="rId19"/>
    <p:sldId id="329" r:id="rId20"/>
    <p:sldId id="330" r:id="rId21"/>
    <p:sldId id="337" r:id="rId22"/>
    <p:sldId id="335" r:id="rId23"/>
    <p:sldId id="336" r:id="rId24"/>
    <p:sldId id="338" r:id="rId25"/>
    <p:sldId id="282" r:id="rId26"/>
    <p:sldId id="285" r:id="rId27"/>
    <p:sldId id="283" r:id="rId28"/>
    <p:sldId id="284" r:id="rId29"/>
    <p:sldId id="286" r:id="rId30"/>
    <p:sldId id="287" r:id="rId31"/>
    <p:sldId id="288" r:id="rId32"/>
    <p:sldId id="289" r:id="rId33"/>
    <p:sldId id="290" r:id="rId34"/>
    <p:sldId id="292" r:id="rId35"/>
    <p:sldId id="293" r:id="rId36"/>
    <p:sldId id="294" r:id="rId37"/>
    <p:sldId id="295" r:id="rId38"/>
    <p:sldId id="291" r:id="rId39"/>
    <p:sldId id="296" r:id="rId40"/>
    <p:sldId id="297" r:id="rId41"/>
    <p:sldId id="298" r:id="rId42"/>
    <p:sldId id="299" r:id="rId43"/>
    <p:sldId id="300" r:id="rId44"/>
    <p:sldId id="301" r:id="rId45"/>
    <p:sldId id="302" r:id="rId46"/>
    <p:sldId id="303" r:id="rId47"/>
    <p:sldId id="304" r:id="rId48"/>
    <p:sldId id="259" r:id="rId49"/>
    <p:sldId id="305" r:id="rId50"/>
    <p:sldId id="306" r:id="rId51"/>
    <p:sldId id="307" r:id="rId52"/>
    <p:sldId id="261" r:id="rId53"/>
    <p:sldId id="308" r:id="rId54"/>
    <p:sldId id="310" r:id="rId55"/>
    <p:sldId id="311" r:id="rId56"/>
    <p:sldId id="309" r:id="rId57"/>
    <p:sldId id="312" r:id="rId58"/>
    <p:sldId id="313" r:id="rId59"/>
    <p:sldId id="339" r:id="rId60"/>
    <p:sldId id="340" r:id="rId61"/>
    <p:sldId id="315" r:id="rId62"/>
    <p:sldId id="317" r:id="rId63"/>
    <p:sldId id="320" r:id="rId64"/>
    <p:sldId id="319" r:id="rId65"/>
    <p:sldId id="321" r:id="rId66"/>
    <p:sldId id="322" r:id="rId67"/>
    <p:sldId id="326" r:id="rId68"/>
    <p:sldId id="342" r:id="rId69"/>
    <p:sldId id="343" r:id="rId70"/>
    <p:sldId id="344" r:id="rId71"/>
    <p:sldId id="346" r:id="rId72"/>
    <p:sldId id="347" r:id="rId73"/>
    <p:sldId id="348" r:id="rId74"/>
    <p:sldId id="349" r:id="rId75"/>
    <p:sldId id="345" r:id="rId76"/>
    <p:sldId id="350" r:id="rId77"/>
    <p:sldId id="352" r:id="rId78"/>
    <p:sldId id="351" r:id="rId79"/>
    <p:sldId id="353" r:id="rId80"/>
    <p:sldId id="355" r:id="rId81"/>
    <p:sldId id="356" r:id="rId82"/>
    <p:sldId id="361" r:id="rId83"/>
    <p:sldId id="362" r:id="rId84"/>
    <p:sldId id="364" r:id="rId85"/>
    <p:sldId id="363" r:id="rId86"/>
    <p:sldId id="357" r:id="rId87"/>
    <p:sldId id="358" r:id="rId88"/>
    <p:sldId id="365" r:id="rId89"/>
    <p:sldId id="367" r:id="rId90"/>
    <p:sldId id="366" r:id="rId91"/>
    <p:sldId id="359" r:id="rId92"/>
    <p:sldId id="360" r:id="rId93"/>
    <p:sldId id="368" r:id="rId94"/>
    <p:sldId id="369" r:id="rId95"/>
    <p:sldId id="370" r:id="rId96"/>
    <p:sldId id="371" r:id="rId97"/>
    <p:sldId id="377" r:id="rId98"/>
    <p:sldId id="382" r:id="rId99"/>
    <p:sldId id="378" r:id="rId100"/>
    <p:sldId id="381" r:id="rId101"/>
    <p:sldId id="383" r:id="rId102"/>
    <p:sldId id="384" r:id="rId103"/>
    <p:sldId id="394" r:id="rId104"/>
    <p:sldId id="385" r:id="rId105"/>
    <p:sldId id="386" r:id="rId106"/>
    <p:sldId id="391" r:id="rId107"/>
    <p:sldId id="392" r:id="rId108"/>
    <p:sldId id="389" r:id="rId109"/>
    <p:sldId id="393" r:id="rId110"/>
    <p:sldId id="379" r:id="rId111"/>
    <p:sldId id="396" r:id="rId112"/>
    <p:sldId id="398" r:id="rId113"/>
    <p:sldId id="397" r:id="rId114"/>
    <p:sldId id="399" r:id="rId115"/>
    <p:sldId id="395" r:id="rId116"/>
    <p:sldId id="401" r:id="rId117"/>
    <p:sldId id="400" r:id="rId118"/>
    <p:sldId id="403" r:id="rId119"/>
    <p:sldId id="404" r:id="rId120"/>
    <p:sldId id="373" r:id="rId121"/>
    <p:sldId id="372" r:id="rId122"/>
    <p:sldId id="374" r:id="rId123"/>
    <p:sldId id="376" r:id="rId124"/>
    <p:sldId id="406" r:id="rId125"/>
    <p:sldId id="375" r:id="rId126"/>
    <p:sldId id="405" r:id="rId127"/>
    <p:sldId id="407" r:id="rId128"/>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9F2524-3D7B-456C-8E19-AF22EAC47B72}" v="1318" dt="2025-08-08T17:39:30.4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063" autoAdjust="0"/>
  </p:normalViewPr>
  <p:slideViewPr>
    <p:cSldViewPr snapToGrid="0">
      <p:cViewPr varScale="1">
        <p:scale>
          <a:sx n="45" d="100"/>
          <a:sy n="45" d="100"/>
        </p:scale>
        <p:origin x="14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microsoft.com/office/2016/11/relationships/changesInfo" Target="changesInfos/changesInfo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5"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rochkina, Maria" userId="c909cca0-0566-42e0-8dc0-791f330c8ce2" providerId="ADAL" clId="{A49F2524-3D7B-456C-8E19-AF22EAC47B72}"/>
    <pc:docChg chg="undo redo custSel addSld delSld modSld sldOrd">
      <pc:chgData name="Korochkina, Maria" userId="c909cca0-0566-42e0-8dc0-791f330c8ce2" providerId="ADAL" clId="{A49F2524-3D7B-456C-8E19-AF22EAC47B72}" dt="2025-08-08T17:39:30.443" v="21983"/>
      <pc:docMkLst>
        <pc:docMk/>
      </pc:docMkLst>
      <pc:sldChg chg="modSp new del mod">
        <pc:chgData name="Korochkina, Maria" userId="c909cca0-0566-42e0-8dc0-791f330c8ce2" providerId="ADAL" clId="{A49F2524-3D7B-456C-8E19-AF22EAC47B72}" dt="2025-07-02T11:21:05.474" v="684" actId="47"/>
        <pc:sldMkLst>
          <pc:docMk/>
          <pc:sldMk cId="2826380398" sldId="256"/>
        </pc:sldMkLst>
      </pc:sldChg>
      <pc:sldChg chg="addSp delSp modSp new add del mod modNotesTx">
        <pc:chgData name="Korochkina, Maria" userId="c909cca0-0566-42e0-8dc0-791f330c8ce2" providerId="ADAL" clId="{A49F2524-3D7B-456C-8E19-AF22EAC47B72}" dt="2025-07-15T15:38:03.738" v="16925" actId="20577"/>
        <pc:sldMkLst>
          <pc:docMk/>
          <pc:sldMk cId="94301173" sldId="257"/>
        </pc:sldMkLst>
        <pc:spChg chg="add mod">
          <ac:chgData name="Korochkina, Maria" userId="c909cca0-0566-42e0-8dc0-791f330c8ce2" providerId="ADAL" clId="{A49F2524-3D7B-456C-8E19-AF22EAC47B72}" dt="2025-06-26T12:55:01.510" v="105" actId="20577"/>
          <ac:spMkLst>
            <pc:docMk/>
            <pc:sldMk cId="94301173" sldId="257"/>
            <ac:spMk id="4" creationId="{301A8A43-4CFE-2455-B1EA-333B74241A97}"/>
          </ac:spMkLst>
        </pc:spChg>
        <pc:spChg chg="add mod">
          <ac:chgData name="Korochkina, Maria" userId="c909cca0-0566-42e0-8dc0-791f330c8ce2" providerId="ADAL" clId="{A49F2524-3D7B-456C-8E19-AF22EAC47B72}" dt="2025-06-26T12:55:05.794" v="114" actId="20577"/>
          <ac:spMkLst>
            <pc:docMk/>
            <pc:sldMk cId="94301173" sldId="257"/>
            <ac:spMk id="9" creationId="{14DB121C-DAE2-1B31-4065-A427E5630599}"/>
          </ac:spMkLst>
        </pc:spChg>
        <pc:spChg chg="add mod">
          <ac:chgData name="Korochkina, Maria" userId="c909cca0-0566-42e0-8dc0-791f330c8ce2" providerId="ADAL" clId="{A49F2524-3D7B-456C-8E19-AF22EAC47B72}" dt="2025-06-26T12:49:18.714" v="90" actId="20577"/>
          <ac:spMkLst>
            <pc:docMk/>
            <pc:sldMk cId="94301173" sldId="257"/>
            <ac:spMk id="16" creationId="{AD8A1928-7278-C6A5-5229-C27016FA2B53}"/>
          </ac:spMkLst>
        </pc:spChg>
        <pc:spChg chg="add mod">
          <ac:chgData name="Korochkina, Maria" userId="c909cca0-0566-42e0-8dc0-791f330c8ce2" providerId="ADAL" clId="{A49F2524-3D7B-456C-8E19-AF22EAC47B72}" dt="2025-06-26T12:55:11.492" v="123" actId="20577"/>
          <ac:spMkLst>
            <pc:docMk/>
            <pc:sldMk cId="94301173" sldId="257"/>
            <ac:spMk id="19" creationId="{25E142FA-7474-D01D-228C-2D5E0A8779B8}"/>
          </ac:spMkLst>
        </pc:spChg>
        <pc:spChg chg="add mod">
          <ac:chgData name="Korochkina, Maria" userId="c909cca0-0566-42e0-8dc0-791f330c8ce2" providerId="ADAL" clId="{A49F2524-3D7B-456C-8E19-AF22EAC47B72}" dt="2025-06-26T12:56:36.003" v="136" actId="20577"/>
          <ac:spMkLst>
            <pc:docMk/>
            <pc:sldMk cId="94301173" sldId="257"/>
            <ac:spMk id="22" creationId="{B79E4C8A-C227-4FBD-D0A6-2D2F919E7AA4}"/>
          </ac:spMkLst>
        </pc:spChg>
        <pc:picChg chg="add mod">
          <ac:chgData name="Korochkina, Maria" userId="c909cca0-0566-42e0-8dc0-791f330c8ce2" providerId="ADAL" clId="{A49F2524-3D7B-456C-8E19-AF22EAC47B72}" dt="2025-06-26T12:43:46.089" v="12" actId="1076"/>
          <ac:picMkLst>
            <pc:docMk/>
            <pc:sldMk cId="94301173" sldId="257"/>
            <ac:picMk id="3" creationId="{8FD4BAC9-6845-B868-6D67-C6001A6AD8C9}"/>
          </ac:picMkLst>
        </pc:picChg>
        <pc:picChg chg="add mod">
          <ac:chgData name="Korochkina, Maria" userId="c909cca0-0566-42e0-8dc0-791f330c8ce2" providerId="ADAL" clId="{A49F2524-3D7B-456C-8E19-AF22EAC47B72}" dt="2025-06-26T12:47:47.743" v="73" actId="1076"/>
          <ac:picMkLst>
            <pc:docMk/>
            <pc:sldMk cId="94301173" sldId="257"/>
            <ac:picMk id="13" creationId="{2145D470-2D58-4417-E371-120CA61E9E25}"/>
          </ac:picMkLst>
        </pc:picChg>
        <pc:picChg chg="add mod">
          <ac:chgData name="Korochkina, Maria" userId="c909cca0-0566-42e0-8dc0-791f330c8ce2" providerId="ADAL" clId="{A49F2524-3D7B-456C-8E19-AF22EAC47B72}" dt="2025-06-26T12:49:24.699" v="91" actId="1076"/>
          <ac:picMkLst>
            <pc:docMk/>
            <pc:sldMk cId="94301173" sldId="257"/>
            <ac:picMk id="15" creationId="{6F947150-9FA5-0F20-463E-26D8115C244A}"/>
          </ac:picMkLst>
        </pc:picChg>
        <pc:picChg chg="add mod">
          <ac:chgData name="Korochkina, Maria" userId="c909cca0-0566-42e0-8dc0-791f330c8ce2" providerId="ADAL" clId="{A49F2524-3D7B-456C-8E19-AF22EAC47B72}" dt="2025-06-26T12:53:43.921" v="93" actId="1076"/>
          <ac:picMkLst>
            <pc:docMk/>
            <pc:sldMk cId="94301173" sldId="257"/>
            <ac:picMk id="18" creationId="{7630A8E7-5725-85DB-4610-0C6C2FED25F8}"/>
          </ac:picMkLst>
        </pc:picChg>
        <pc:picChg chg="add mod">
          <ac:chgData name="Korochkina, Maria" userId="c909cca0-0566-42e0-8dc0-791f330c8ce2" providerId="ADAL" clId="{A49F2524-3D7B-456C-8E19-AF22EAC47B72}" dt="2025-06-26T12:56:22.766" v="125" actId="1076"/>
          <ac:picMkLst>
            <pc:docMk/>
            <pc:sldMk cId="94301173" sldId="257"/>
            <ac:picMk id="21" creationId="{64ADC6BA-F25D-9F4D-3B4A-89D0E63AC99C}"/>
          </ac:picMkLst>
        </pc:picChg>
        <pc:picChg chg="add mod">
          <ac:chgData name="Korochkina, Maria" userId="c909cca0-0566-42e0-8dc0-791f330c8ce2" providerId="ADAL" clId="{A49F2524-3D7B-456C-8E19-AF22EAC47B72}" dt="2025-06-26T12:58:17.661" v="140" actId="1076"/>
          <ac:picMkLst>
            <pc:docMk/>
            <pc:sldMk cId="94301173" sldId="257"/>
            <ac:picMk id="1026" creationId="{1077D516-A040-6973-1E82-5FB7AC29FC64}"/>
          </ac:picMkLst>
        </pc:picChg>
        <pc:picChg chg="add del mod">
          <ac:chgData name="Korochkina, Maria" userId="c909cca0-0566-42e0-8dc0-791f330c8ce2" providerId="ADAL" clId="{A49F2524-3D7B-456C-8E19-AF22EAC47B72}" dt="2025-06-26T13:06:04.335" v="177" actId="1076"/>
          <ac:picMkLst>
            <pc:docMk/>
            <pc:sldMk cId="94301173" sldId="257"/>
            <ac:picMk id="1030" creationId="{5D0781D3-939C-60F7-14A0-7639D03D0591}"/>
          </ac:picMkLst>
        </pc:picChg>
        <pc:picChg chg="add mod">
          <ac:chgData name="Korochkina, Maria" userId="c909cca0-0566-42e0-8dc0-791f330c8ce2" providerId="ADAL" clId="{A49F2524-3D7B-456C-8E19-AF22EAC47B72}" dt="2025-06-26T13:06:00.819" v="176" actId="1076"/>
          <ac:picMkLst>
            <pc:docMk/>
            <pc:sldMk cId="94301173" sldId="257"/>
            <ac:picMk id="1032" creationId="{81BFA50A-2119-F9E2-650B-0D31DDD39E4C}"/>
          </ac:picMkLst>
        </pc:picChg>
        <pc:picChg chg="add mod">
          <ac:chgData name="Korochkina, Maria" userId="c909cca0-0566-42e0-8dc0-791f330c8ce2" providerId="ADAL" clId="{A49F2524-3D7B-456C-8E19-AF22EAC47B72}" dt="2025-06-26T13:17:19.798" v="197" actId="1076"/>
          <ac:picMkLst>
            <pc:docMk/>
            <pc:sldMk cId="94301173" sldId="257"/>
            <ac:picMk id="1034" creationId="{CF0DDAD8-AB69-4458-C4CC-99695F959519}"/>
          </ac:picMkLst>
        </pc:picChg>
        <pc:picChg chg="add mod">
          <ac:chgData name="Korochkina, Maria" userId="c909cca0-0566-42e0-8dc0-791f330c8ce2" providerId="ADAL" clId="{A49F2524-3D7B-456C-8E19-AF22EAC47B72}" dt="2025-06-26T13:07:52.154" v="184" actId="1076"/>
          <ac:picMkLst>
            <pc:docMk/>
            <pc:sldMk cId="94301173" sldId="257"/>
            <ac:picMk id="1036" creationId="{3B552EBD-EAC6-ED20-7864-D79203F9EC94}"/>
          </ac:picMkLst>
        </pc:picChg>
        <pc:picChg chg="add mod">
          <ac:chgData name="Korochkina, Maria" userId="c909cca0-0566-42e0-8dc0-791f330c8ce2" providerId="ADAL" clId="{A49F2524-3D7B-456C-8E19-AF22EAC47B72}" dt="2025-06-26T13:08:23.261" v="188" actId="1076"/>
          <ac:picMkLst>
            <pc:docMk/>
            <pc:sldMk cId="94301173" sldId="257"/>
            <ac:picMk id="1038" creationId="{9FF90C86-59B7-3C80-3C17-2EF5ADFB6B8A}"/>
          </ac:picMkLst>
        </pc:picChg>
        <pc:picChg chg="add mod">
          <ac:chgData name="Korochkina, Maria" userId="c909cca0-0566-42e0-8dc0-791f330c8ce2" providerId="ADAL" clId="{A49F2524-3D7B-456C-8E19-AF22EAC47B72}" dt="2025-06-26T13:09:53.748" v="193" actId="1076"/>
          <ac:picMkLst>
            <pc:docMk/>
            <pc:sldMk cId="94301173" sldId="257"/>
            <ac:picMk id="1040" creationId="{3F9C4131-4687-2D9A-4973-7E35B5C65CB8}"/>
          </ac:picMkLst>
        </pc:picChg>
        <pc:picChg chg="add mod">
          <ac:chgData name="Korochkina, Maria" userId="c909cca0-0566-42e0-8dc0-791f330c8ce2" providerId="ADAL" clId="{A49F2524-3D7B-456C-8E19-AF22EAC47B72}" dt="2025-06-26T13:56:45.297" v="516" actId="1076"/>
          <ac:picMkLst>
            <pc:docMk/>
            <pc:sldMk cId="94301173" sldId="257"/>
            <ac:picMk id="1046" creationId="{20E9E09D-715E-BF97-46B6-9453D4FDAF24}"/>
          </ac:picMkLst>
        </pc:picChg>
      </pc:sldChg>
      <pc:sldChg chg="addSp modSp new del ord modNotesTx">
        <pc:chgData name="Korochkina, Maria" userId="c909cca0-0566-42e0-8dc0-791f330c8ce2" providerId="ADAL" clId="{A49F2524-3D7B-456C-8E19-AF22EAC47B72}" dt="2025-07-03T13:30:11.895" v="7111" actId="47"/>
        <pc:sldMkLst>
          <pc:docMk/>
          <pc:sldMk cId="3830224649" sldId="258"/>
        </pc:sldMkLst>
      </pc:sldChg>
      <pc:sldChg chg="addSp delSp modSp new mod ord modNotesTx">
        <pc:chgData name="Korochkina, Maria" userId="c909cca0-0566-42e0-8dc0-791f330c8ce2" providerId="ADAL" clId="{A49F2524-3D7B-456C-8E19-AF22EAC47B72}" dt="2025-07-08T10:41:15.750" v="9637"/>
        <pc:sldMkLst>
          <pc:docMk/>
          <pc:sldMk cId="2417957386" sldId="259"/>
        </pc:sldMkLst>
        <pc:spChg chg="add mod">
          <ac:chgData name="Korochkina, Maria" userId="c909cca0-0566-42e0-8dc0-791f330c8ce2" providerId="ADAL" clId="{A49F2524-3D7B-456C-8E19-AF22EAC47B72}" dt="2025-07-03T13:25:02.218" v="7015" actId="1076"/>
          <ac:spMkLst>
            <pc:docMk/>
            <pc:sldMk cId="2417957386" sldId="259"/>
            <ac:spMk id="2" creationId="{80CECADC-4B43-D743-5BB5-13CD18768661}"/>
          </ac:spMkLst>
        </pc:spChg>
        <pc:spChg chg="add mod">
          <ac:chgData name="Korochkina, Maria" userId="c909cca0-0566-42e0-8dc0-791f330c8ce2" providerId="ADAL" clId="{A49F2524-3D7B-456C-8E19-AF22EAC47B72}" dt="2025-07-03T13:34:45.116" v="7227"/>
          <ac:spMkLst>
            <pc:docMk/>
            <pc:sldMk cId="2417957386" sldId="259"/>
            <ac:spMk id="5" creationId="{D412A5E5-4ED4-98A6-01AE-78CE668DCE78}"/>
          </ac:spMkLst>
        </pc:spChg>
        <pc:picChg chg="add mod">
          <ac:chgData name="Korochkina, Maria" userId="c909cca0-0566-42e0-8dc0-791f330c8ce2" providerId="ADAL" clId="{A49F2524-3D7B-456C-8E19-AF22EAC47B72}" dt="2025-07-08T10:41:15.750" v="9637"/>
          <ac:picMkLst>
            <pc:docMk/>
            <pc:sldMk cId="2417957386" sldId="259"/>
            <ac:picMk id="3" creationId="{17965F4C-9C1A-F2CD-2273-325C20B6AE94}"/>
          </ac:picMkLst>
        </pc:picChg>
        <pc:picChg chg="add mod">
          <ac:chgData name="Korochkina, Maria" userId="c909cca0-0566-42e0-8dc0-791f330c8ce2" providerId="ADAL" clId="{A49F2524-3D7B-456C-8E19-AF22EAC47B72}" dt="2025-07-03T13:24:32.270" v="6984" actId="1076"/>
          <ac:picMkLst>
            <pc:docMk/>
            <pc:sldMk cId="2417957386" sldId="259"/>
            <ac:picMk id="2050" creationId="{AB5FB4A4-C5E2-D831-1702-A0D03FC49FC5}"/>
          </ac:picMkLst>
        </pc:picChg>
      </pc:sldChg>
      <pc:sldChg chg="addSp modSp new del ord modNotesTx">
        <pc:chgData name="Korochkina, Maria" userId="c909cca0-0566-42e0-8dc0-791f330c8ce2" providerId="ADAL" clId="{A49F2524-3D7B-456C-8E19-AF22EAC47B72}" dt="2025-07-02T11:46:22.458" v="1189" actId="47"/>
        <pc:sldMkLst>
          <pc:docMk/>
          <pc:sldMk cId="3103336345" sldId="260"/>
        </pc:sldMkLst>
      </pc:sldChg>
      <pc:sldChg chg="addSp modSp new mod ord modNotesTx">
        <pc:chgData name="Korochkina, Maria" userId="c909cca0-0566-42e0-8dc0-791f330c8ce2" providerId="ADAL" clId="{A49F2524-3D7B-456C-8E19-AF22EAC47B72}" dt="2025-07-08T10:41:24.212" v="9641"/>
        <pc:sldMkLst>
          <pc:docMk/>
          <pc:sldMk cId="2505754446" sldId="261"/>
        </pc:sldMkLst>
        <pc:spChg chg="add mod">
          <ac:chgData name="Korochkina, Maria" userId="c909cca0-0566-42e0-8dc0-791f330c8ce2" providerId="ADAL" clId="{A49F2524-3D7B-456C-8E19-AF22EAC47B72}" dt="2025-07-03T13:32:26.338" v="7139" actId="1076"/>
          <ac:spMkLst>
            <pc:docMk/>
            <pc:sldMk cId="2505754446" sldId="261"/>
            <ac:spMk id="2" creationId="{DE34C331-4F45-C880-0CFF-48A29DC8C494}"/>
          </ac:spMkLst>
        </pc:spChg>
        <pc:spChg chg="add mod">
          <ac:chgData name="Korochkina, Maria" userId="c909cca0-0566-42e0-8dc0-791f330c8ce2" providerId="ADAL" clId="{A49F2524-3D7B-456C-8E19-AF22EAC47B72}" dt="2025-07-03T13:34:24.407" v="7220" actId="2711"/>
          <ac:spMkLst>
            <pc:docMk/>
            <pc:sldMk cId="2505754446" sldId="261"/>
            <ac:spMk id="3" creationId="{9824749D-08FF-126D-C53A-45F06A5DBD05}"/>
          </ac:spMkLst>
        </pc:spChg>
        <pc:picChg chg="add mod">
          <ac:chgData name="Korochkina, Maria" userId="c909cca0-0566-42e0-8dc0-791f330c8ce2" providerId="ADAL" clId="{A49F2524-3D7B-456C-8E19-AF22EAC47B72}" dt="2025-07-08T10:41:24.212" v="9641"/>
          <ac:picMkLst>
            <pc:docMk/>
            <pc:sldMk cId="2505754446" sldId="261"/>
            <ac:picMk id="4" creationId="{8A079498-3B90-BF64-CE7E-43A50FBD689B}"/>
          </ac:picMkLst>
        </pc:picChg>
        <pc:picChg chg="add mod">
          <ac:chgData name="Korochkina, Maria" userId="c909cca0-0566-42e0-8dc0-791f330c8ce2" providerId="ADAL" clId="{A49F2524-3D7B-456C-8E19-AF22EAC47B72}" dt="2025-07-03T13:32:33.400" v="7140" actId="1076"/>
          <ac:picMkLst>
            <pc:docMk/>
            <pc:sldMk cId="2505754446" sldId="261"/>
            <ac:picMk id="5122" creationId="{2220F7B0-F876-4E9D-9024-F73452A06063}"/>
          </ac:picMkLst>
        </pc:picChg>
      </pc:sldChg>
      <pc:sldChg chg="addSp modSp new del modNotesTx">
        <pc:chgData name="Korochkina, Maria" userId="c909cca0-0566-42e0-8dc0-791f330c8ce2" providerId="ADAL" clId="{A49F2524-3D7B-456C-8E19-AF22EAC47B72}" dt="2025-07-03T11:09:21.517" v="5739" actId="47"/>
        <pc:sldMkLst>
          <pc:docMk/>
          <pc:sldMk cId="1376096384" sldId="262"/>
        </pc:sldMkLst>
      </pc:sldChg>
      <pc:sldChg chg="addSp modSp new del mod">
        <pc:chgData name="Korochkina, Maria" userId="c909cca0-0566-42e0-8dc0-791f330c8ce2" providerId="ADAL" clId="{A49F2524-3D7B-456C-8E19-AF22EAC47B72}" dt="2025-07-02T16:22:48.257" v="4044" actId="47"/>
        <pc:sldMkLst>
          <pc:docMk/>
          <pc:sldMk cId="4106242861" sldId="263"/>
        </pc:sldMkLst>
      </pc:sldChg>
      <pc:sldChg chg="modSp new mod">
        <pc:chgData name="Korochkina, Maria" userId="c909cca0-0566-42e0-8dc0-791f330c8ce2" providerId="ADAL" clId="{A49F2524-3D7B-456C-8E19-AF22EAC47B72}" dt="2025-07-02T11:30:44.171" v="951" actId="20577"/>
        <pc:sldMkLst>
          <pc:docMk/>
          <pc:sldMk cId="307993976" sldId="264"/>
        </pc:sldMkLst>
        <pc:spChg chg="mod">
          <ac:chgData name="Korochkina, Maria" userId="c909cca0-0566-42e0-8dc0-791f330c8ce2" providerId="ADAL" clId="{A49F2524-3D7B-456C-8E19-AF22EAC47B72}" dt="2025-07-02T11:30:18.687" v="947" actId="2711"/>
          <ac:spMkLst>
            <pc:docMk/>
            <pc:sldMk cId="307993976" sldId="264"/>
            <ac:spMk id="2" creationId="{EBDFC52C-02B7-FF58-DBFA-D146D095E8F7}"/>
          </ac:spMkLst>
        </pc:spChg>
        <pc:spChg chg="mod">
          <ac:chgData name="Korochkina, Maria" userId="c909cca0-0566-42e0-8dc0-791f330c8ce2" providerId="ADAL" clId="{A49F2524-3D7B-456C-8E19-AF22EAC47B72}" dt="2025-07-02T11:30:44.171" v="951" actId="20577"/>
          <ac:spMkLst>
            <pc:docMk/>
            <pc:sldMk cId="307993976" sldId="264"/>
            <ac:spMk id="3" creationId="{4729AD9D-2A35-C4CE-8478-73D1A22E185B}"/>
          </ac:spMkLst>
        </pc:spChg>
      </pc:sldChg>
      <pc:sldChg chg="addSp delSp modSp new mod">
        <pc:chgData name="Korochkina, Maria" userId="c909cca0-0566-42e0-8dc0-791f330c8ce2" providerId="ADAL" clId="{A49F2524-3D7B-456C-8E19-AF22EAC47B72}" dt="2025-07-14T10:08:48.091" v="10108" actId="1037"/>
        <pc:sldMkLst>
          <pc:docMk/>
          <pc:sldMk cId="2801114600" sldId="265"/>
        </pc:sldMkLst>
        <pc:spChg chg="mod">
          <ac:chgData name="Korochkina, Maria" userId="c909cca0-0566-42e0-8dc0-791f330c8ce2" providerId="ADAL" clId="{A49F2524-3D7B-456C-8E19-AF22EAC47B72}" dt="2025-07-02T11:40:45.553" v="1102" actId="20577"/>
          <ac:spMkLst>
            <pc:docMk/>
            <pc:sldMk cId="2801114600" sldId="265"/>
            <ac:spMk id="2" creationId="{12909334-0BFD-462B-5603-83AD33847C38}"/>
          </ac:spMkLst>
        </pc:spChg>
        <pc:spChg chg="add mod">
          <ac:chgData name="Korochkina, Maria" userId="c909cca0-0566-42e0-8dc0-791f330c8ce2" providerId="ADAL" clId="{A49F2524-3D7B-456C-8E19-AF22EAC47B72}" dt="2025-07-14T10:08:48.091" v="10108" actId="1037"/>
          <ac:spMkLst>
            <pc:docMk/>
            <pc:sldMk cId="2801114600" sldId="265"/>
            <ac:spMk id="7" creationId="{42D77AB5-CFAB-997A-7B65-0D284B09BB6F}"/>
          </ac:spMkLst>
        </pc:spChg>
        <pc:spChg chg="add mod">
          <ac:chgData name="Korochkina, Maria" userId="c909cca0-0566-42e0-8dc0-791f330c8ce2" providerId="ADAL" clId="{A49F2524-3D7B-456C-8E19-AF22EAC47B72}" dt="2025-07-02T11:23:28.054" v="731" actId="14100"/>
          <ac:spMkLst>
            <pc:docMk/>
            <pc:sldMk cId="2801114600" sldId="265"/>
            <ac:spMk id="8" creationId="{C1524316-E7D8-5C9C-2AD9-19918BF84B93}"/>
          </ac:spMkLst>
        </pc:spChg>
        <pc:spChg chg="add mod">
          <ac:chgData name="Korochkina, Maria" userId="c909cca0-0566-42e0-8dc0-791f330c8ce2" providerId="ADAL" clId="{A49F2524-3D7B-456C-8E19-AF22EAC47B72}" dt="2025-07-02T11:23:45.186" v="735" actId="14100"/>
          <ac:spMkLst>
            <pc:docMk/>
            <pc:sldMk cId="2801114600" sldId="265"/>
            <ac:spMk id="9" creationId="{AB056B7E-D3C4-1890-75CB-76CFFACF1A89}"/>
          </ac:spMkLst>
        </pc:spChg>
        <pc:spChg chg="add mod">
          <ac:chgData name="Korochkina, Maria" userId="c909cca0-0566-42e0-8dc0-791f330c8ce2" providerId="ADAL" clId="{A49F2524-3D7B-456C-8E19-AF22EAC47B72}" dt="2025-07-02T11:23:58.060" v="739" actId="14100"/>
          <ac:spMkLst>
            <pc:docMk/>
            <pc:sldMk cId="2801114600" sldId="265"/>
            <ac:spMk id="10" creationId="{DC56AB1B-7187-A4D9-5154-7DDD25ECBC69}"/>
          </ac:spMkLst>
        </pc:spChg>
        <pc:spChg chg="add mod">
          <ac:chgData name="Korochkina, Maria" userId="c909cca0-0566-42e0-8dc0-791f330c8ce2" providerId="ADAL" clId="{A49F2524-3D7B-456C-8E19-AF22EAC47B72}" dt="2025-07-02T11:24:34.343" v="757" actId="14100"/>
          <ac:spMkLst>
            <pc:docMk/>
            <pc:sldMk cId="2801114600" sldId="265"/>
            <ac:spMk id="11" creationId="{FA0ECB9F-478B-A897-1F3F-32D36691A2FB}"/>
          </ac:spMkLst>
        </pc:spChg>
        <pc:spChg chg="add mod">
          <ac:chgData name="Korochkina, Maria" userId="c909cca0-0566-42e0-8dc0-791f330c8ce2" providerId="ADAL" clId="{A49F2524-3D7B-456C-8E19-AF22EAC47B72}" dt="2025-07-02T11:24:59.808" v="766" actId="1036"/>
          <ac:spMkLst>
            <pc:docMk/>
            <pc:sldMk cId="2801114600" sldId="265"/>
            <ac:spMk id="12" creationId="{E40806FA-1D3E-710F-5DF0-9719A59FBB95}"/>
          </ac:spMkLst>
        </pc:spChg>
        <pc:spChg chg="add mod">
          <ac:chgData name="Korochkina, Maria" userId="c909cca0-0566-42e0-8dc0-791f330c8ce2" providerId="ADAL" clId="{A49F2524-3D7B-456C-8E19-AF22EAC47B72}" dt="2025-07-02T11:43:23.928" v="1174"/>
          <ac:spMkLst>
            <pc:docMk/>
            <pc:sldMk cId="2801114600" sldId="265"/>
            <ac:spMk id="15" creationId="{C227B041-229C-22F1-9D2E-EB8686963757}"/>
          </ac:spMkLst>
        </pc:spChg>
        <pc:picChg chg="add mod">
          <ac:chgData name="Korochkina, Maria" userId="c909cca0-0566-42e0-8dc0-791f330c8ce2" providerId="ADAL" clId="{A49F2524-3D7B-456C-8E19-AF22EAC47B72}" dt="2025-07-02T11:07:39.917" v="683" actId="1076"/>
          <ac:picMkLst>
            <pc:docMk/>
            <pc:sldMk cId="2801114600" sldId="265"/>
            <ac:picMk id="4" creationId="{C570EDBD-C0D5-4B84-D2A2-4A83C1B14A6E}"/>
          </ac:picMkLst>
        </pc:picChg>
      </pc:sldChg>
      <pc:sldChg chg="add del">
        <pc:chgData name="Korochkina, Maria" userId="c909cca0-0566-42e0-8dc0-791f330c8ce2" providerId="ADAL" clId="{A49F2524-3D7B-456C-8E19-AF22EAC47B72}" dt="2025-07-02T11:44:06.870" v="1185" actId="47"/>
        <pc:sldMkLst>
          <pc:docMk/>
          <pc:sldMk cId="3631250095" sldId="266"/>
        </pc:sldMkLst>
      </pc:sldChg>
      <pc:sldChg chg="addSp delSp modSp add mod">
        <pc:chgData name="Korochkina, Maria" userId="c909cca0-0566-42e0-8dc0-791f330c8ce2" providerId="ADAL" clId="{A49F2524-3D7B-456C-8E19-AF22EAC47B72}" dt="2025-07-02T11:42:54.879" v="1160" actId="1038"/>
        <pc:sldMkLst>
          <pc:docMk/>
          <pc:sldMk cId="1788613719" sldId="267"/>
        </pc:sldMkLst>
        <pc:spChg chg="mod">
          <ac:chgData name="Korochkina, Maria" userId="c909cca0-0566-42e0-8dc0-791f330c8ce2" providerId="ADAL" clId="{A49F2524-3D7B-456C-8E19-AF22EAC47B72}" dt="2025-07-02T11:37:41.803" v="1037" actId="20577"/>
          <ac:spMkLst>
            <pc:docMk/>
            <pc:sldMk cId="1788613719" sldId="267"/>
            <ac:spMk id="2" creationId="{C9678CAC-DE1E-84AB-A1AA-5FE1666D350E}"/>
          </ac:spMkLst>
        </pc:spChg>
        <pc:spChg chg="mod">
          <ac:chgData name="Korochkina, Maria" userId="c909cca0-0566-42e0-8dc0-791f330c8ce2" providerId="ADAL" clId="{A49F2524-3D7B-456C-8E19-AF22EAC47B72}" dt="2025-07-02T11:42:54.879" v="1160" actId="1038"/>
          <ac:spMkLst>
            <pc:docMk/>
            <pc:sldMk cId="1788613719" sldId="267"/>
            <ac:spMk id="6" creationId="{F08FD905-1BDB-1D28-5A03-A4EB5F553D0F}"/>
          </ac:spMkLst>
        </pc:spChg>
        <pc:picChg chg="add mod">
          <ac:chgData name="Korochkina, Maria" userId="c909cca0-0566-42e0-8dc0-791f330c8ce2" providerId="ADAL" clId="{A49F2524-3D7B-456C-8E19-AF22EAC47B72}" dt="2025-07-02T11:26:39.200" v="781"/>
          <ac:picMkLst>
            <pc:docMk/>
            <pc:sldMk cId="1788613719" sldId="267"/>
            <ac:picMk id="13" creationId="{18DC3693-E70F-6D7A-D6D1-F292CB0FC6F0}"/>
          </ac:picMkLst>
        </pc:picChg>
      </pc:sldChg>
      <pc:sldChg chg="addSp delSp modSp add mod">
        <pc:chgData name="Korochkina, Maria" userId="c909cca0-0566-42e0-8dc0-791f330c8ce2" providerId="ADAL" clId="{A49F2524-3D7B-456C-8E19-AF22EAC47B72}" dt="2025-07-02T11:43:02.096" v="1162"/>
        <pc:sldMkLst>
          <pc:docMk/>
          <pc:sldMk cId="198362119" sldId="268"/>
        </pc:sldMkLst>
        <pc:spChg chg="mod">
          <ac:chgData name="Korochkina, Maria" userId="c909cca0-0566-42e0-8dc0-791f330c8ce2" providerId="ADAL" clId="{A49F2524-3D7B-456C-8E19-AF22EAC47B72}" dt="2025-07-02T11:36:16.861" v="1030"/>
          <ac:spMkLst>
            <pc:docMk/>
            <pc:sldMk cId="198362119" sldId="268"/>
            <ac:spMk id="2" creationId="{A8A5F02A-B7C9-F66E-FE12-AC51E5572379}"/>
          </ac:spMkLst>
        </pc:spChg>
        <pc:spChg chg="add mod">
          <ac:chgData name="Korochkina, Maria" userId="c909cca0-0566-42e0-8dc0-791f330c8ce2" providerId="ADAL" clId="{A49F2524-3D7B-456C-8E19-AF22EAC47B72}" dt="2025-07-02T11:28:52.136" v="924" actId="1037"/>
          <ac:spMkLst>
            <pc:docMk/>
            <pc:sldMk cId="198362119" sldId="268"/>
            <ac:spMk id="3" creationId="{0D7DB083-D2A6-C653-7DA9-B0B3241944C1}"/>
          </ac:spMkLst>
        </pc:spChg>
        <pc:spChg chg="add mod">
          <ac:chgData name="Korochkina, Maria" userId="c909cca0-0566-42e0-8dc0-791f330c8ce2" providerId="ADAL" clId="{A49F2524-3D7B-456C-8E19-AF22EAC47B72}" dt="2025-07-02T11:43:02.096" v="1162"/>
          <ac:spMkLst>
            <pc:docMk/>
            <pc:sldMk cId="198362119" sldId="268"/>
            <ac:spMk id="5" creationId="{E325D65B-A483-CD4C-B22A-F818B9D791AE}"/>
          </ac:spMkLst>
        </pc:spChg>
      </pc:sldChg>
      <pc:sldChg chg="addSp delSp modSp add mod">
        <pc:chgData name="Korochkina, Maria" userId="c909cca0-0566-42e0-8dc0-791f330c8ce2" providerId="ADAL" clId="{A49F2524-3D7B-456C-8E19-AF22EAC47B72}" dt="2025-07-02T11:43:05.404" v="1164"/>
        <pc:sldMkLst>
          <pc:docMk/>
          <pc:sldMk cId="2805892914" sldId="269"/>
        </pc:sldMkLst>
        <pc:spChg chg="mod">
          <ac:chgData name="Korochkina, Maria" userId="c909cca0-0566-42e0-8dc0-791f330c8ce2" providerId="ADAL" clId="{A49F2524-3D7B-456C-8E19-AF22EAC47B72}" dt="2025-07-02T11:36:20.378" v="1031"/>
          <ac:spMkLst>
            <pc:docMk/>
            <pc:sldMk cId="2805892914" sldId="269"/>
            <ac:spMk id="2" creationId="{A85809B5-A596-939D-65D6-41726B845A5D}"/>
          </ac:spMkLst>
        </pc:spChg>
        <pc:spChg chg="add mod">
          <ac:chgData name="Korochkina, Maria" userId="c909cca0-0566-42e0-8dc0-791f330c8ce2" providerId="ADAL" clId="{A49F2524-3D7B-456C-8E19-AF22EAC47B72}" dt="2025-07-02T11:33:14.638" v="992" actId="1076"/>
          <ac:spMkLst>
            <pc:docMk/>
            <pc:sldMk cId="2805892914" sldId="269"/>
            <ac:spMk id="5" creationId="{AEBDE229-6890-D508-2E56-6B0BDF518C83}"/>
          </ac:spMkLst>
        </pc:spChg>
        <pc:spChg chg="add mod">
          <ac:chgData name="Korochkina, Maria" userId="c909cca0-0566-42e0-8dc0-791f330c8ce2" providerId="ADAL" clId="{A49F2524-3D7B-456C-8E19-AF22EAC47B72}" dt="2025-07-02T11:43:05.404" v="1164"/>
          <ac:spMkLst>
            <pc:docMk/>
            <pc:sldMk cId="2805892914" sldId="269"/>
            <ac:spMk id="6" creationId="{4ADF922F-8A9D-0D21-8E8E-65285334AFA0}"/>
          </ac:spMkLst>
        </pc:spChg>
      </pc:sldChg>
      <pc:sldChg chg="addSp delSp modSp add mod">
        <pc:chgData name="Korochkina, Maria" userId="c909cca0-0566-42e0-8dc0-791f330c8ce2" providerId="ADAL" clId="{A49F2524-3D7B-456C-8E19-AF22EAC47B72}" dt="2025-07-02T11:43:09.060" v="1166"/>
        <pc:sldMkLst>
          <pc:docMk/>
          <pc:sldMk cId="726497676" sldId="270"/>
        </pc:sldMkLst>
        <pc:spChg chg="mod">
          <ac:chgData name="Korochkina, Maria" userId="c909cca0-0566-42e0-8dc0-791f330c8ce2" providerId="ADAL" clId="{A49F2524-3D7B-456C-8E19-AF22EAC47B72}" dt="2025-07-02T11:36:23.909" v="1032"/>
          <ac:spMkLst>
            <pc:docMk/>
            <pc:sldMk cId="726497676" sldId="270"/>
            <ac:spMk id="2" creationId="{0625EA89-AA2F-762A-B48D-3EB63B398963}"/>
          </ac:spMkLst>
        </pc:spChg>
        <pc:spChg chg="mod">
          <ac:chgData name="Korochkina, Maria" userId="c909cca0-0566-42e0-8dc0-791f330c8ce2" providerId="ADAL" clId="{A49F2524-3D7B-456C-8E19-AF22EAC47B72}" dt="2025-07-02T11:31:48.133" v="962" actId="1035"/>
          <ac:spMkLst>
            <pc:docMk/>
            <pc:sldMk cId="726497676" sldId="270"/>
            <ac:spMk id="3" creationId="{BF3170CD-AC71-5757-F823-22B650DB139A}"/>
          </ac:spMkLst>
        </pc:spChg>
        <pc:spChg chg="add mod">
          <ac:chgData name="Korochkina, Maria" userId="c909cca0-0566-42e0-8dc0-791f330c8ce2" providerId="ADAL" clId="{A49F2524-3D7B-456C-8E19-AF22EAC47B72}" dt="2025-07-02T11:43:09.060" v="1166"/>
          <ac:spMkLst>
            <pc:docMk/>
            <pc:sldMk cId="726497676" sldId="270"/>
            <ac:spMk id="5" creationId="{80FA495B-6506-0A33-BB38-BA4CDA821089}"/>
          </ac:spMkLst>
        </pc:spChg>
      </pc:sldChg>
      <pc:sldChg chg="addSp delSp modSp add mod">
        <pc:chgData name="Korochkina, Maria" userId="c909cca0-0566-42e0-8dc0-791f330c8ce2" providerId="ADAL" clId="{A49F2524-3D7B-456C-8E19-AF22EAC47B72}" dt="2025-07-02T11:43:13.143" v="1168"/>
        <pc:sldMkLst>
          <pc:docMk/>
          <pc:sldMk cId="1427800255" sldId="271"/>
        </pc:sldMkLst>
        <pc:spChg chg="mod">
          <ac:chgData name="Korochkina, Maria" userId="c909cca0-0566-42e0-8dc0-791f330c8ce2" providerId="ADAL" clId="{A49F2524-3D7B-456C-8E19-AF22EAC47B72}" dt="2025-07-02T11:36:28.906" v="1033"/>
          <ac:spMkLst>
            <pc:docMk/>
            <pc:sldMk cId="1427800255" sldId="271"/>
            <ac:spMk id="2" creationId="{4A307191-854D-6A6A-6C01-75BE4F8A6A11}"/>
          </ac:spMkLst>
        </pc:spChg>
        <pc:spChg chg="mod">
          <ac:chgData name="Korochkina, Maria" userId="c909cca0-0566-42e0-8dc0-791f330c8ce2" providerId="ADAL" clId="{A49F2524-3D7B-456C-8E19-AF22EAC47B72}" dt="2025-07-02T11:32:07.865" v="971" actId="1037"/>
          <ac:spMkLst>
            <pc:docMk/>
            <pc:sldMk cId="1427800255" sldId="271"/>
            <ac:spMk id="3" creationId="{E834832B-40DE-C8C4-E8B2-D8DBA47891D9}"/>
          </ac:spMkLst>
        </pc:spChg>
        <pc:spChg chg="add mod">
          <ac:chgData name="Korochkina, Maria" userId="c909cca0-0566-42e0-8dc0-791f330c8ce2" providerId="ADAL" clId="{A49F2524-3D7B-456C-8E19-AF22EAC47B72}" dt="2025-07-02T11:43:13.143" v="1168"/>
          <ac:spMkLst>
            <pc:docMk/>
            <pc:sldMk cId="1427800255" sldId="271"/>
            <ac:spMk id="5" creationId="{A32D8C91-DA7C-7911-8A1B-B16D7952A3FD}"/>
          </ac:spMkLst>
        </pc:spChg>
      </pc:sldChg>
      <pc:sldChg chg="addSp delSp modSp add mod">
        <pc:chgData name="Korochkina, Maria" userId="c909cca0-0566-42e0-8dc0-791f330c8ce2" providerId="ADAL" clId="{A49F2524-3D7B-456C-8E19-AF22EAC47B72}" dt="2025-07-02T11:43:16.556" v="1170"/>
        <pc:sldMkLst>
          <pc:docMk/>
          <pc:sldMk cId="552014911" sldId="272"/>
        </pc:sldMkLst>
        <pc:spChg chg="mod">
          <ac:chgData name="Korochkina, Maria" userId="c909cca0-0566-42e0-8dc0-791f330c8ce2" providerId="ADAL" clId="{A49F2524-3D7B-456C-8E19-AF22EAC47B72}" dt="2025-07-02T11:36:32.916" v="1034"/>
          <ac:spMkLst>
            <pc:docMk/>
            <pc:sldMk cId="552014911" sldId="272"/>
            <ac:spMk id="2" creationId="{0EDB8EFA-82E7-48D5-1C14-104BCF9C6F6D}"/>
          </ac:spMkLst>
        </pc:spChg>
        <pc:spChg chg="mod">
          <ac:chgData name="Korochkina, Maria" userId="c909cca0-0566-42e0-8dc0-791f330c8ce2" providerId="ADAL" clId="{A49F2524-3D7B-456C-8E19-AF22EAC47B72}" dt="2025-07-02T11:32:16.037" v="973" actId="1076"/>
          <ac:spMkLst>
            <pc:docMk/>
            <pc:sldMk cId="552014911" sldId="272"/>
            <ac:spMk id="3" creationId="{6F60C00D-5376-AB77-7475-60EAC9814A4C}"/>
          </ac:spMkLst>
        </pc:spChg>
        <pc:spChg chg="add mod">
          <ac:chgData name="Korochkina, Maria" userId="c909cca0-0566-42e0-8dc0-791f330c8ce2" providerId="ADAL" clId="{A49F2524-3D7B-456C-8E19-AF22EAC47B72}" dt="2025-07-02T11:43:16.556" v="1170"/>
          <ac:spMkLst>
            <pc:docMk/>
            <pc:sldMk cId="552014911" sldId="272"/>
            <ac:spMk id="5" creationId="{0D79C0AB-59BA-1710-3D01-DA16D4E51112}"/>
          </ac:spMkLst>
        </pc:spChg>
      </pc:sldChg>
      <pc:sldChg chg="addSp delSp modSp add mod">
        <pc:chgData name="Korochkina, Maria" userId="c909cca0-0566-42e0-8dc0-791f330c8ce2" providerId="ADAL" clId="{A49F2524-3D7B-456C-8E19-AF22EAC47B72}" dt="2025-07-02T11:43:20.484" v="1172"/>
        <pc:sldMkLst>
          <pc:docMk/>
          <pc:sldMk cId="1296730753" sldId="273"/>
        </pc:sldMkLst>
        <pc:spChg chg="mod">
          <ac:chgData name="Korochkina, Maria" userId="c909cca0-0566-42e0-8dc0-791f330c8ce2" providerId="ADAL" clId="{A49F2524-3D7B-456C-8E19-AF22EAC47B72}" dt="2025-07-02T11:36:36.354" v="1035"/>
          <ac:spMkLst>
            <pc:docMk/>
            <pc:sldMk cId="1296730753" sldId="273"/>
            <ac:spMk id="2" creationId="{0B8EF673-67B2-35F1-5E11-71554084A617}"/>
          </ac:spMkLst>
        </pc:spChg>
        <pc:spChg chg="mod">
          <ac:chgData name="Korochkina, Maria" userId="c909cca0-0566-42e0-8dc0-791f330c8ce2" providerId="ADAL" clId="{A49F2524-3D7B-456C-8E19-AF22EAC47B72}" dt="2025-07-02T11:32:53.650" v="988" actId="1036"/>
          <ac:spMkLst>
            <pc:docMk/>
            <pc:sldMk cId="1296730753" sldId="273"/>
            <ac:spMk id="3" creationId="{59B7A0CE-40D8-BA41-F30B-BED2BB400DD9}"/>
          </ac:spMkLst>
        </pc:spChg>
        <pc:spChg chg="add mod">
          <ac:chgData name="Korochkina, Maria" userId="c909cca0-0566-42e0-8dc0-791f330c8ce2" providerId="ADAL" clId="{A49F2524-3D7B-456C-8E19-AF22EAC47B72}" dt="2025-07-02T11:43:20.484" v="1172"/>
          <ac:spMkLst>
            <pc:docMk/>
            <pc:sldMk cId="1296730753" sldId="273"/>
            <ac:spMk id="5" creationId="{02D91C74-0E90-22CD-485A-7194313926DC}"/>
          </ac:spMkLst>
        </pc:spChg>
      </pc:sldChg>
      <pc:sldChg chg="addSp delSp modSp add mod">
        <pc:chgData name="Korochkina, Maria" userId="c909cca0-0566-42e0-8dc0-791f330c8ce2" providerId="ADAL" clId="{A49F2524-3D7B-456C-8E19-AF22EAC47B72}" dt="2025-07-02T11:43:27.694" v="1176"/>
        <pc:sldMkLst>
          <pc:docMk/>
          <pc:sldMk cId="2709570582" sldId="274"/>
        </pc:sldMkLst>
        <pc:spChg chg="mod">
          <ac:chgData name="Korochkina, Maria" userId="c909cca0-0566-42e0-8dc0-791f330c8ce2" providerId="ADAL" clId="{A49F2524-3D7B-456C-8E19-AF22EAC47B72}" dt="2025-07-02T11:40:56.312" v="1103"/>
          <ac:spMkLst>
            <pc:docMk/>
            <pc:sldMk cId="2709570582" sldId="274"/>
            <ac:spMk id="2" creationId="{E72C2020-1048-A8D7-E8C0-C2CA66C96529}"/>
          </ac:spMkLst>
        </pc:spChg>
        <pc:spChg chg="add mod">
          <ac:chgData name="Korochkina, Maria" userId="c909cca0-0566-42e0-8dc0-791f330c8ce2" providerId="ADAL" clId="{A49F2524-3D7B-456C-8E19-AF22EAC47B72}" dt="2025-07-02T11:43:27.694" v="1176"/>
          <ac:spMkLst>
            <pc:docMk/>
            <pc:sldMk cId="2709570582" sldId="274"/>
            <ac:spMk id="3" creationId="{FF1F5C08-FD96-E90D-9A77-FD847E6AD385}"/>
          </ac:spMkLst>
        </pc:spChg>
      </pc:sldChg>
      <pc:sldChg chg="addSp delSp modSp add mod">
        <pc:chgData name="Korochkina, Maria" userId="c909cca0-0566-42e0-8dc0-791f330c8ce2" providerId="ADAL" clId="{A49F2524-3D7B-456C-8E19-AF22EAC47B72}" dt="2025-07-02T11:43:30.831" v="1178"/>
        <pc:sldMkLst>
          <pc:docMk/>
          <pc:sldMk cId="759572791" sldId="275"/>
        </pc:sldMkLst>
        <pc:spChg chg="add mod">
          <ac:chgData name="Korochkina, Maria" userId="c909cca0-0566-42e0-8dc0-791f330c8ce2" providerId="ADAL" clId="{A49F2524-3D7B-456C-8E19-AF22EAC47B72}" dt="2025-07-02T11:43:30.831" v="1178"/>
          <ac:spMkLst>
            <pc:docMk/>
            <pc:sldMk cId="759572791" sldId="275"/>
            <ac:spMk id="3" creationId="{10D67CF1-7C3B-567D-083E-3653537851CC}"/>
          </ac:spMkLst>
        </pc:spChg>
      </pc:sldChg>
      <pc:sldChg chg="addSp delSp modSp add mod">
        <pc:chgData name="Korochkina, Maria" userId="c909cca0-0566-42e0-8dc0-791f330c8ce2" providerId="ADAL" clId="{A49F2524-3D7B-456C-8E19-AF22EAC47B72}" dt="2025-07-02T11:43:34.715" v="1180"/>
        <pc:sldMkLst>
          <pc:docMk/>
          <pc:sldMk cId="3968478727" sldId="276"/>
        </pc:sldMkLst>
        <pc:spChg chg="add mod">
          <ac:chgData name="Korochkina, Maria" userId="c909cca0-0566-42e0-8dc0-791f330c8ce2" providerId="ADAL" clId="{A49F2524-3D7B-456C-8E19-AF22EAC47B72}" dt="2025-07-02T11:43:34.715" v="1180"/>
          <ac:spMkLst>
            <pc:docMk/>
            <pc:sldMk cId="3968478727" sldId="276"/>
            <ac:spMk id="3" creationId="{10E0362C-C8A3-E7F2-49CD-C40E02878A83}"/>
          </ac:spMkLst>
        </pc:spChg>
      </pc:sldChg>
      <pc:sldChg chg="addSp delSp modSp add mod">
        <pc:chgData name="Korochkina, Maria" userId="c909cca0-0566-42e0-8dc0-791f330c8ce2" providerId="ADAL" clId="{A49F2524-3D7B-456C-8E19-AF22EAC47B72}" dt="2025-07-02T11:45:38.331" v="1188" actId="478"/>
        <pc:sldMkLst>
          <pc:docMk/>
          <pc:sldMk cId="2416648872" sldId="277"/>
        </pc:sldMkLst>
        <pc:spChg chg="add mod">
          <ac:chgData name="Korochkina, Maria" userId="c909cca0-0566-42e0-8dc0-791f330c8ce2" providerId="ADAL" clId="{A49F2524-3D7B-456C-8E19-AF22EAC47B72}" dt="2025-07-02T11:43:37.957" v="1182"/>
          <ac:spMkLst>
            <pc:docMk/>
            <pc:sldMk cId="2416648872" sldId="277"/>
            <ac:spMk id="3" creationId="{C90D0E37-2BE2-7682-BC1C-7874C9514086}"/>
          </ac:spMkLst>
        </pc:spChg>
        <pc:spChg chg="add mod">
          <ac:chgData name="Korochkina, Maria" userId="c909cca0-0566-42e0-8dc0-791f330c8ce2" providerId="ADAL" clId="{A49F2524-3D7B-456C-8E19-AF22EAC47B72}" dt="2025-07-02T11:45:34.228" v="1186"/>
          <ac:spMkLst>
            <pc:docMk/>
            <pc:sldMk cId="2416648872" sldId="277"/>
            <ac:spMk id="5" creationId="{25B1FA7A-0EE7-1044-386B-9A64EDE92D4A}"/>
          </ac:spMkLst>
        </pc:spChg>
      </pc:sldChg>
      <pc:sldChg chg="addSp delSp modSp add mod">
        <pc:chgData name="Korochkina, Maria" userId="c909cca0-0566-42e0-8dc0-791f330c8ce2" providerId="ADAL" clId="{A49F2524-3D7B-456C-8E19-AF22EAC47B72}" dt="2025-07-02T11:43:43.496" v="1184"/>
        <pc:sldMkLst>
          <pc:docMk/>
          <pc:sldMk cId="261174023" sldId="278"/>
        </pc:sldMkLst>
        <pc:spChg chg="add mod">
          <ac:chgData name="Korochkina, Maria" userId="c909cca0-0566-42e0-8dc0-791f330c8ce2" providerId="ADAL" clId="{A49F2524-3D7B-456C-8E19-AF22EAC47B72}" dt="2025-07-02T11:43:43.496" v="1184"/>
          <ac:spMkLst>
            <pc:docMk/>
            <pc:sldMk cId="261174023" sldId="278"/>
            <ac:spMk id="3" creationId="{861EB24F-731F-DD99-8104-C27087B6FF24}"/>
          </ac:spMkLst>
        </pc:spChg>
      </pc:sldChg>
      <pc:sldChg chg="addSp modSp new mod">
        <pc:chgData name="Korochkina, Maria" userId="c909cca0-0566-42e0-8dc0-791f330c8ce2" providerId="ADAL" clId="{A49F2524-3D7B-456C-8E19-AF22EAC47B72}" dt="2025-07-02T12:24:54.958" v="1529" actId="1076"/>
        <pc:sldMkLst>
          <pc:docMk/>
          <pc:sldMk cId="2501316099" sldId="279"/>
        </pc:sldMkLst>
        <pc:spChg chg="add mod">
          <ac:chgData name="Korochkina, Maria" userId="c909cca0-0566-42e0-8dc0-791f330c8ce2" providerId="ADAL" clId="{A49F2524-3D7B-456C-8E19-AF22EAC47B72}" dt="2025-07-02T12:24:54.958" v="1529" actId="1076"/>
          <ac:spMkLst>
            <pc:docMk/>
            <pc:sldMk cId="2501316099" sldId="279"/>
            <ac:spMk id="2" creationId="{03616DB5-203F-B3E2-DAF6-4E9621750023}"/>
          </ac:spMkLst>
        </pc:spChg>
        <pc:spChg chg="add mod">
          <ac:chgData name="Korochkina, Maria" userId="c909cca0-0566-42e0-8dc0-791f330c8ce2" providerId="ADAL" clId="{A49F2524-3D7B-456C-8E19-AF22EAC47B72}" dt="2025-07-02T12:24:27.359" v="1527" actId="1076"/>
          <ac:spMkLst>
            <pc:docMk/>
            <pc:sldMk cId="2501316099" sldId="279"/>
            <ac:spMk id="3" creationId="{D47AAE66-D8A9-FD23-D529-3EBECC6CD787}"/>
          </ac:spMkLst>
        </pc:spChg>
        <pc:spChg chg="add mod">
          <ac:chgData name="Korochkina, Maria" userId="c909cca0-0566-42e0-8dc0-791f330c8ce2" providerId="ADAL" clId="{A49F2524-3D7B-456C-8E19-AF22EAC47B72}" dt="2025-07-02T12:24:24.468" v="1526" actId="1076"/>
          <ac:spMkLst>
            <pc:docMk/>
            <pc:sldMk cId="2501316099" sldId="279"/>
            <ac:spMk id="4" creationId="{5ADA8453-F56D-7D15-4C36-DE1E9EBE2F12}"/>
          </ac:spMkLst>
        </pc:spChg>
      </pc:sldChg>
      <pc:sldChg chg="addSp delSp modSp add del mod ord modNotesTx">
        <pc:chgData name="Korochkina, Maria" userId="c909cca0-0566-42e0-8dc0-791f330c8ce2" providerId="ADAL" clId="{A49F2524-3D7B-456C-8E19-AF22EAC47B72}" dt="2025-07-15T15:37:17.141" v="16888" actId="47"/>
        <pc:sldMkLst>
          <pc:docMk/>
          <pc:sldMk cId="643458238" sldId="280"/>
        </pc:sldMkLst>
      </pc:sldChg>
      <pc:sldChg chg="addSp delSp modSp add del mod">
        <pc:chgData name="Korochkina, Maria" userId="c909cca0-0566-42e0-8dc0-791f330c8ce2" providerId="ADAL" clId="{A49F2524-3D7B-456C-8E19-AF22EAC47B72}" dt="2025-07-08T10:39:52.842" v="9612" actId="47"/>
        <pc:sldMkLst>
          <pc:docMk/>
          <pc:sldMk cId="2740438209" sldId="281"/>
        </pc:sldMkLst>
      </pc:sldChg>
      <pc:sldChg chg="addSp delSp modSp new mod">
        <pc:chgData name="Korochkina, Maria" userId="c909cca0-0566-42e0-8dc0-791f330c8ce2" providerId="ADAL" clId="{A49F2524-3D7B-456C-8E19-AF22EAC47B72}" dt="2025-07-08T11:44:02.755" v="10076" actId="20577"/>
        <pc:sldMkLst>
          <pc:docMk/>
          <pc:sldMk cId="2453120483" sldId="282"/>
        </pc:sldMkLst>
        <pc:spChg chg="mod">
          <ac:chgData name="Korochkina, Maria" userId="c909cca0-0566-42e0-8dc0-791f330c8ce2" providerId="ADAL" clId="{A49F2524-3D7B-456C-8E19-AF22EAC47B72}" dt="2025-07-08T11:44:02.755" v="10076" actId="20577"/>
          <ac:spMkLst>
            <pc:docMk/>
            <pc:sldMk cId="2453120483" sldId="282"/>
            <ac:spMk id="2" creationId="{95AA12BE-25E4-A473-7707-88BE396893EF}"/>
          </ac:spMkLst>
        </pc:spChg>
        <pc:spChg chg="mod">
          <ac:chgData name="Korochkina, Maria" userId="c909cca0-0566-42e0-8dc0-791f330c8ce2" providerId="ADAL" clId="{A49F2524-3D7B-456C-8E19-AF22EAC47B72}" dt="2025-07-02T16:05:09.761" v="3930" actId="20577"/>
          <ac:spMkLst>
            <pc:docMk/>
            <pc:sldMk cId="2453120483" sldId="282"/>
            <ac:spMk id="3" creationId="{8600C96C-E527-5F55-F6C1-376A535DA978}"/>
          </ac:spMkLst>
        </pc:spChg>
        <pc:picChg chg="add mod">
          <ac:chgData name="Korochkina, Maria" userId="c909cca0-0566-42e0-8dc0-791f330c8ce2" providerId="ADAL" clId="{A49F2524-3D7B-456C-8E19-AF22EAC47B72}" dt="2025-07-08T10:40:17.366" v="9614" actId="1076"/>
          <ac:picMkLst>
            <pc:docMk/>
            <pc:sldMk cId="2453120483" sldId="282"/>
            <ac:picMk id="4" creationId="{D153D19B-52FE-E022-661F-69B63C798FDC}"/>
          </ac:picMkLst>
        </pc:picChg>
        <pc:picChg chg="add mod">
          <ac:chgData name="Korochkina, Maria" userId="c909cca0-0566-42e0-8dc0-791f330c8ce2" providerId="ADAL" clId="{A49F2524-3D7B-456C-8E19-AF22EAC47B72}" dt="2025-07-02T16:05:29.902" v="3935" actId="1076"/>
          <ac:picMkLst>
            <pc:docMk/>
            <pc:sldMk cId="2453120483" sldId="282"/>
            <ac:picMk id="7" creationId="{344A7ECD-7B06-B893-7D92-592CC77EEA81}"/>
          </ac:picMkLst>
        </pc:picChg>
        <pc:picChg chg="add mod">
          <ac:chgData name="Korochkina, Maria" userId="c909cca0-0566-42e0-8dc0-791f330c8ce2" providerId="ADAL" clId="{A49F2524-3D7B-456C-8E19-AF22EAC47B72}" dt="2025-07-02T16:05:23.432" v="3934" actId="688"/>
          <ac:picMkLst>
            <pc:docMk/>
            <pc:sldMk cId="2453120483" sldId="282"/>
            <ac:picMk id="17" creationId="{78CA23A0-7EB9-B68F-86A9-8DCD74BD6F0D}"/>
          </ac:picMkLst>
        </pc:picChg>
      </pc:sldChg>
      <pc:sldChg chg="addSp delSp modSp add del mod modNotesTx">
        <pc:chgData name="Korochkina, Maria" userId="c909cca0-0566-42e0-8dc0-791f330c8ce2" providerId="ADAL" clId="{A49F2524-3D7B-456C-8E19-AF22EAC47B72}" dt="2025-07-02T15:18:15.627" v="3039" actId="47"/>
        <pc:sldMkLst>
          <pc:docMk/>
          <pc:sldMk cId="3539914100" sldId="282"/>
        </pc:sldMkLst>
      </pc:sldChg>
      <pc:sldChg chg="addSp delSp modSp add mod">
        <pc:chgData name="Korochkina, Maria" userId="c909cca0-0566-42e0-8dc0-791f330c8ce2" providerId="ADAL" clId="{A49F2524-3D7B-456C-8E19-AF22EAC47B72}" dt="2025-07-08T10:40:28.100" v="9616"/>
        <pc:sldMkLst>
          <pc:docMk/>
          <pc:sldMk cId="3560884325" sldId="283"/>
        </pc:sldMkLst>
        <pc:spChg chg="add mod">
          <ac:chgData name="Korochkina, Maria" userId="c909cca0-0566-42e0-8dc0-791f330c8ce2" providerId="ADAL" clId="{A49F2524-3D7B-456C-8E19-AF22EAC47B72}" dt="2025-07-03T10:25:04.600" v="4149" actId="1076"/>
          <ac:spMkLst>
            <pc:docMk/>
            <pc:sldMk cId="3560884325" sldId="283"/>
            <ac:spMk id="8" creationId="{6F951D8E-DA5E-493C-AD16-2E6FC940557C}"/>
          </ac:spMkLst>
        </pc:spChg>
        <pc:picChg chg="add mod">
          <ac:chgData name="Korochkina, Maria" userId="c909cca0-0566-42e0-8dc0-791f330c8ce2" providerId="ADAL" clId="{A49F2524-3D7B-456C-8E19-AF22EAC47B72}" dt="2025-07-08T10:40:28.100" v="9616"/>
          <ac:picMkLst>
            <pc:docMk/>
            <pc:sldMk cId="3560884325" sldId="283"/>
            <ac:picMk id="2" creationId="{61EA1B50-6552-F803-0A40-2886631C8392}"/>
          </ac:picMkLst>
        </pc:picChg>
        <pc:picChg chg="add mod">
          <ac:chgData name="Korochkina, Maria" userId="c909cca0-0566-42e0-8dc0-791f330c8ce2" providerId="ADAL" clId="{A49F2524-3D7B-456C-8E19-AF22EAC47B72}" dt="2025-07-03T10:24:52.800" v="4147" actId="1076"/>
          <ac:picMkLst>
            <pc:docMk/>
            <pc:sldMk cId="3560884325" sldId="283"/>
            <ac:picMk id="6" creationId="{11A5E362-5049-5E56-D167-019221D49483}"/>
          </ac:picMkLst>
        </pc:picChg>
      </pc:sldChg>
      <pc:sldChg chg="addSp delSp modSp add del mod modNotesTx">
        <pc:chgData name="Korochkina, Maria" userId="c909cca0-0566-42e0-8dc0-791f330c8ce2" providerId="ADAL" clId="{A49F2524-3D7B-456C-8E19-AF22EAC47B72}" dt="2025-07-02T15:18:23.840" v="3041" actId="47"/>
        <pc:sldMkLst>
          <pc:docMk/>
          <pc:sldMk cId="3976999715" sldId="283"/>
        </pc:sldMkLst>
      </pc:sldChg>
      <pc:sldChg chg="addSp delSp modSp add mod">
        <pc:chgData name="Korochkina, Maria" userId="c909cca0-0566-42e0-8dc0-791f330c8ce2" providerId="ADAL" clId="{A49F2524-3D7B-456C-8E19-AF22EAC47B72}" dt="2025-07-08T10:40:30.346" v="9617"/>
        <pc:sldMkLst>
          <pc:docMk/>
          <pc:sldMk cId="3866489070" sldId="284"/>
        </pc:sldMkLst>
        <pc:spChg chg="add mod">
          <ac:chgData name="Korochkina, Maria" userId="c909cca0-0566-42e0-8dc0-791f330c8ce2" providerId="ADAL" clId="{A49F2524-3D7B-456C-8E19-AF22EAC47B72}" dt="2025-07-03T10:31:05.021" v="4187" actId="207"/>
          <ac:spMkLst>
            <pc:docMk/>
            <pc:sldMk cId="3866489070" sldId="284"/>
            <ac:spMk id="3" creationId="{DFF2EC7E-2FBF-369A-068D-071870D88744}"/>
          </ac:spMkLst>
        </pc:spChg>
        <pc:picChg chg="add mod">
          <ac:chgData name="Korochkina, Maria" userId="c909cca0-0566-42e0-8dc0-791f330c8ce2" providerId="ADAL" clId="{A49F2524-3D7B-456C-8E19-AF22EAC47B72}" dt="2025-07-08T10:40:30.346" v="9617"/>
          <ac:picMkLst>
            <pc:docMk/>
            <pc:sldMk cId="3866489070" sldId="284"/>
            <ac:picMk id="4" creationId="{D635B77B-1552-39C6-D807-0F89CCBBB82E}"/>
          </ac:picMkLst>
        </pc:picChg>
      </pc:sldChg>
      <pc:sldChg chg="addSp modSp new mod">
        <pc:chgData name="Korochkina, Maria" userId="c909cca0-0566-42e0-8dc0-791f330c8ce2" providerId="ADAL" clId="{A49F2524-3D7B-456C-8E19-AF22EAC47B72}" dt="2025-07-08T10:40:22.747" v="9615"/>
        <pc:sldMkLst>
          <pc:docMk/>
          <pc:sldMk cId="3561240760" sldId="285"/>
        </pc:sldMkLst>
        <pc:spChg chg="mod">
          <ac:chgData name="Korochkina, Maria" userId="c909cca0-0566-42e0-8dc0-791f330c8ce2" providerId="ADAL" clId="{A49F2524-3D7B-456C-8E19-AF22EAC47B72}" dt="2025-07-03T10:24:07.925" v="4103" actId="20577"/>
          <ac:spMkLst>
            <pc:docMk/>
            <pc:sldMk cId="3561240760" sldId="285"/>
            <ac:spMk id="2" creationId="{7C06E52A-F885-0023-205B-D6763AAA2EDA}"/>
          </ac:spMkLst>
        </pc:spChg>
        <pc:spChg chg="mod">
          <ac:chgData name="Korochkina, Maria" userId="c909cca0-0566-42e0-8dc0-791f330c8ce2" providerId="ADAL" clId="{A49F2524-3D7B-456C-8E19-AF22EAC47B72}" dt="2025-07-03T10:24:15.747" v="4142" actId="20577"/>
          <ac:spMkLst>
            <pc:docMk/>
            <pc:sldMk cId="3561240760" sldId="285"/>
            <ac:spMk id="3" creationId="{4A686C08-CEB5-9148-4E31-B2E59925947D}"/>
          </ac:spMkLst>
        </pc:spChg>
        <pc:picChg chg="add mod">
          <ac:chgData name="Korochkina, Maria" userId="c909cca0-0566-42e0-8dc0-791f330c8ce2" providerId="ADAL" clId="{A49F2524-3D7B-456C-8E19-AF22EAC47B72}" dt="2025-07-08T10:40:22.747" v="9615"/>
          <ac:picMkLst>
            <pc:docMk/>
            <pc:sldMk cId="3561240760" sldId="285"/>
            <ac:picMk id="4" creationId="{9F917DB5-352E-C66D-5B95-048C0FBCA30A}"/>
          </ac:picMkLst>
        </pc:picChg>
      </pc:sldChg>
      <pc:sldChg chg="addSp modSp add mod modNotesTx">
        <pc:chgData name="Korochkina, Maria" userId="c909cca0-0566-42e0-8dc0-791f330c8ce2" providerId="ADAL" clId="{A49F2524-3D7B-456C-8E19-AF22EAC47B72}" dt="2025-07-08T10:40:34.099" v="9618"/>
        <pc:sldMkLst>
          <pc:docMk/>
          <pc:sldMk cId="701929827" sldId="286"/>
        </pc:sldMkLst>
        <pc:spChg chg="mod">
          <ac:chgData name="Korochkina, Maria" userId="c909cca0-0566-42e0-8dc0-791f330c8ce2" providerId="ADAL" clId="{A49F2524-3D7B-456C-8E19-AF22EAC47B72}" dt="2025-07-03T10:34:49.356" v="4217" actId="207"/>
          <ac:spMkLst>
            <pc:docMk/>
            <pc:sldMk cId="701929827" sldId="286"/>
            <ac:spMk id="2" creationId="{B015DA70-723F-3314-1FD0-283BE0D5AE37}"/>
          </ac:spMkLst>
        </pc:spChg>
        <pc:spChg chg="mod">
          <ac:chgData name="Korochkina, Maria" userId="c909cca0-0566-42e0-8dc0-791f330c8ce2" providerId="ADAL" clId="{A49F2524-3D7B-456C-8E19-AF22EAC47B72}" dt="2025-07-03T10:39:35.956" v="4389" actId="207"/>
          <ac:spMkLst>
            <pc:docMk/>
            <pc:sldMk cId="701929827" sldId="286"/>
            <ac:spMk id="3" creationId="{4E196E09-DD93-C1F8-1284-AFA890DBC93A}"/>
          </ac:spMkLst>
        </pc:spChg>
        <pc:picChg chg="add mod">
          <ac:chgData name="Korochkina, Maria" userId="c909cca0-0566-42e0-8dc0-791f330c8ce2" providerId="ADAL" clId="{A49F2524-3D7B-456C-8E19-AF22EAC47B72}" dt="2025-07-03T10:39:29.030" v="4388" actId="1076"/>
          <ac:picMkLst>
            <pc:docMk/>
            <pc:sldMk cId="701929827" sldId="286"/>
            <ac:picMk id="4" creationId="{0BEFB298-C783-83B0-CC54-F3B8D354E856}"/>
          </ac:picMkLst>
        </pc:picChg>
        <pc:picChg chg="add mod">
          <ac:chgData name="Korochkina, Maria" userId="c909cca0-0566-42e0-8dc0-791f330c8ce2" providerId="ADAL" clId="{A49F2524-3D7B-456C-8E19-AF22EAC47B72}" dt="2025-07-08T10:40:34.099" v="9618"/>
          <ac:picMkLst>
            <pc:docMk/>
            <pc:sldMk cId="701929827" sldId="286"/>
            <ac:picMk id="5" creationId="{0A5FE399-4296-BD38-FA46-19B51996805B}"/>
          </ac:picMkLst>
        </pc:picChg>
      </pc:sldChg>
      <pc:sldChg chg="addSp modSp add mod">
        <pc:chgData name="Korochkina, Maria" userId="c909cca0-0566-42e0-8dc0-791f330c8ce2" providerId="ADAL" clId="{A49F2524-3D7B-456C-8E19-AF22EAC47B72}" dt="2025-07-08T10:40:36.061" v="9619"/>
        <pc:sldMkLst>
          <pc:docMk/>
          <pc:sldMk cId="3163489199" sldId="287"/>
        </pc:sldMkLst>
        <pc:spChg chg="mod">
          <ac:chgData name="Korochkina, Maria" userId="c909cca0-0566-42e0-8dc0-791f330c8ce2" providerId="ADAL" clId="{A49F2524-3D7B-456C-8E19-AF22EAC47B72}" dt="2025-07-03T10:40:44.089" v="4418" actId="207"/>
          <ac:spMkLst>
            <pc:docMk/>
            <pc:sldMk cId="3163489199" sldId="287"/>
            <ac:spMk id="2" creationId="{0C15318D-FF9D-7382-1EF7-DB7BDD34F0D3}"/>
          </ac:spMkLst>
        </pc:spChg>
        <pc:spChg chg="mod">
          <ac:chgData name="Korochkina, Maria" userId="c909cca0-0566-42e0-8dc0-791f330c8ce2" providerId="ADAL" clId="{A49F2524-3D7B-456C-8E19-AF22EAC47B72}" dt="2025-07-03T10:42:47.668" v="4519" actId="207"/>
          <ac:spMkLst>
            <pc:docMk/>
            <pc:sldMk cId="3163489199" sldId="287"/>
            <ac:spMk id="3" creationId="{24344069-E890-6354-448C-BC50EF4384BC}"/>
          </ac:spMkLst>
        </pc:spChg>
        <pc:picChg chg="mod">
          <ac:chgData name="Korochkina, Maria" userId="c909cca0-0566-42e0-8dc0-791f330c8ce2" providerId="ADAL" clId="{A49F2524-3D7B-456C-8E19-AF22EAC47B72}" dt="2025-07-03T10:41:09.514" v="4469" actId="1076"/>
          <ac:picMkLst>
            <pc:docMk/>
            <pc:sldMk cId="3163489199" sldId="287"/>
            <ac:picMk id="4" creationId="{BBA13933-B305-AF41-754D-F863B2E3B5D1}"/>
          </ac:picMkLst>
        </pc:picChg>
        <pc:picChg chg="add mod">
          <ac:chgData name="Korochkina, Maria" userId="c909cca0-0566-42e0-8dc0-791f330c8ce2" providerId="ADAL" clId="{A49F2524-3D7B-456C-8E19-AF22EAC47B72}" dt="2025-07-08T10:40:36.061" v="9619"/>
          <ac:picMkLst>
            <pc:docMk/>
            <pc:sldMk cId="3163489199" sldId="287"/>
            <ac:picMk id="5" creationId="{5DBA4402-FD59-62AC-7A2E-6591EE505862}"/>
          </ac:picMkLst>
        </pc:picChg>
      </pc:sldChg>
      <pc:sldChg chg="addSp delSp modSp add mod">
        <pc:chgData name="Korochkina, Maria" userId="c909cca0-0566-42e0-8dc0-791f330c8ce2" providerId="ADAL" clId="{A49F2524-3D7B-456C-8E19-AF22EAC47B72}" dt="2025-07-08T10:40:38.630" v="9620"/>
        <pc:sldMkLst>
          <pc:docMk/>
          <pc:sldMk cId="3382739815" sldId="288"/>
        </pc:sldMkLst>
        <pc:spChg chg="mod">
          <ac:chgData name="Korochkina, Maria" userId="c909cca0-0566-42e0-8dc0-791f330c8ce2" providerId="ADAL" clId="{A49F2524-3D7B-456C-8E19-AF22EAC47B72}" dt="2025-07-03T10:44:00.509" v="4554" actId="20577"/>
          <ac:spMkLst>
            <pc:docMk/>
            <pc:sldMk cId="3382739815" sldId="288"/>
            <ac:spMk id="2" creationId="{119460FB-731C-ED21-9BD6-71C3C4B035B1}"/>
          </ac:spMkLst>
        </pc:spChg>
        <pc:spChg chg="mod">
          <ac:chgData name="Korochkina, Maria" userId="c909cca0-0566-42e0-8dc0-791f330c8ce2" providerId="ADAL" clId="{A49F2524-3D7B-456C-8E19-AF22EAC47B72}" dt="2025-07-03T14:32:29.003" v="7651"/>
          <ac:spMkLst>
            <pc:docMk/>
            <pc:sldMk cId="3382739815" sldId="288"/>
            <ac:spMk id="3" creationId="{E6562D0D-ACE6-EA0C-178A-DA57E53B6ACF}"/>
          </ac:spMkLst>
        </pc:spChg>
        <pc:picChg chg="add mod">
          <ac:chgData name="Korochkina, Maria" userId="c909cca0-0566-42e0-8dc0-791f330c8ce2" providerId="ADAL" clId="{A49F2524-3D7B-456C-8E19-AF22EAC47B72}" dt="2025-07-08T10:40:38.630" v="9620"/>
          <ac:picMkLst>
            <pc:docMk/>
            <pc:sldMk cId="3382739815" sldId="288"/>
            <ac:picMk id="4" creationId="{359C2A40-5174-5A76-A484-50CB72E4B156}"/>
          </ac:picMkLst>
        </pc:picChg>
        <pc:picChg chg="add mod">
          <ac:chgData name="Korochkina, Maria" userId="c909cca0-0566-42e0-8dc0-791f330c8ce2" providerId="ADAL" clId="{A49F2524-3D7B-456C-8E19-AF22EAC47B72}" dt="2025-07-03T10:53:33.756" v="4785" actId="1037"/>
          <ac:picMkLst>
            <pc:docMk/>
            <pc:sldMk cId="3382739815" sldId="288"/>
            <ac:picMk id="5" creationId="{7BCF63ED-C9BD-3607-EC63-E655CFCC56D6}"/>
          </ac:picMkLst>
        </pc:picChg>
        <pc:picChg chg="add mod">
          <ac:chgData name="Korochkina, Maria" userId="c909cca0-0566-42e0-8dc0-791f330c8ce2" providerId="ADAL" clId="{A49F2524-3D7B-456C-8E19-AF22EAC47B72}" dt="2025-07-03T10:50:16.531" v="4763" actId="1076"/>
          <ac:picMkLst>
            <pc:docMk/>
            <pc:sldMk cId="3382739815" sldId="288"/>
            <ac:picMk id="7" creationId="{1977D8A0-1567-50CA-DC0C-16377377CB27}"/>
          </ac:picMkLst>
        </pc:picChg>
        <pc:picChg chg="add mod">
          <ac:chgData name="Korochkina, Maria" userId="c909cca0-0566-42e0-8dc0-791f330c8ce2" providerId="ADAL" clId="{A49F2524-3D7B-456C-8E19-AF22EAC47B72}" dt="2025-07-03T10:51:58.585" v="4769" actId="1076"/>
          <ac:picMkLst>
            <pc:docMk/>
            <pc:sldMk cId="3382739815" sldId="288"/>
            <ac:picMk id="9" creationId="{B4531DC3-DFD7-45AB-6D0A-045D864C861E}"/>
          </ac:picMkLst>
        </pc:picChg>
        <pc:picChg chg="add mod">
          <ac:chgData name="Korochkina, Maria" userId="c909cca0-0566-42e0-8dc0-791f330c8ce2" providerId="ADAL" clId="{A49F2524-3D7B-456C-8E19-AF22EAC47B72}" dt="2025-07-03T10:52:45.854" v="4774" actId="1076"/>
          <ac:picMkLst>
            <pc:docMk/>
            <pc:sldMk cId="3382739815" sldId="288"/>
            <ac:picMk id="11" creationId="{9EB719EA-3456-61CD-4376-DE3992B86CBB}"/>
          </ac:picMkLst>
        </pc:picChg>
        <pc:picChg chg="add mod">
          <ac:chgData name="Korochkina, Maria" userId="c909cca0-0566-42e0-8dc0-791f330c8ce2" providerId="ADAL" clId="{A49F2524-3D7B-456C-8E19-AF22EAC47B72}" dt="2025-07-03T10:53:33.756" v="4785" actId="1037"/>
          <ac:picMkLst>
            <pc:docMk/>
            <pc:sldMk cId="3382739815" sldId="288"/>
            <ac:picMk id="12" creationId="{77634913-BA58-74F0-26D1-E9AC49F6FE45}"/>
          </ac:picMkLst>
        </pc:picChg>
      </pc:sldChg>
      <pc:sldChg chg="addSp modSp add mod">
        <pc:chgData name="Korochkina, Maria" userId="c909cca0-0566-42e0-8dc0-791f330c8ce2" providerId="ADAL" clId="{A49F2524-3D7B-456C-8E19-AF22EAC47B72}" dt="2025-07-08T10:40:40.657" v="9621"/>
        <pc:sldMkLst>
          <pc:docMk/>
          <pc:sldMk cId="3414668879" sldId="289"/>
        </pc:sldMkLst>
        <pc:spChg chg="mod">
          <ac:chgData name="Korochkina, Maria" userId="c909cca0-0566-42e0-8dc0-791f330c8ce2" providerId="ADAL" clId="{A49F2524-3D7B-456C-8E19-AF22EAC47B72}" dt="2025-07-03T10:53:59.095" v="4823" actId="207"/>
          <ac:spMkLst>
            <pc:docMk/>
            <pc:sldMk cId="3414668879" sldId="289"/>
            <ac:spMk id="2" creationId="{7E391B43-299F-6A40-FABA-D68F36FE0BBE}"/>
          </ac:spMkLst>
        </pc:spChg>
        <pc:spChg chg="mod">
          <ac:chgData name="Korochkina, Maria" userId="c909cca0-0566-42e0-8dc0-791f330c8ce2" providerId="ADAL" clId="{A49F2524-3D7B-456C-8E19-AF22EAC47B72}" dt="2025-07-03T11:00:48.749" v="5384" actId="20577"/>
          <ac:spMkLst>
            <pc:docMk/>
            <pc:sldMk cId="3414668879" sldId="289"/>
            <ac:spMk id="3" creationId="{B0470193-47F1-FF9A-60A6-5B4ADCD01692}"/>
          </ac:spMkLst>
        </pc:spChg>
        <pc:picChg chg="add mod">
          <ac:chgData name="Korochkina, Maria" userId="c909cca0-0566-42e0-8dc0-791f330c8ce2" providerId="ADAL" clId="{A49F2524-3D7B-456C-8E19-AF22EAC47B72}" dt="2025-07-08T10:40:40.657" v="9621"/>
          <ac:picMkLst>
            <pc:docMk/>
            <pc:sldMk cId="3414668879" sldId="289"/>
            <ac:picMk id="4" creationId="{4EFDCA81-3BF9-EF5E-E18B-A734A158D637}"/>
          </ac:picMkLst>
        </pc:picChg>
        <pc:picChg chg="add mod">
          <ac:chgData name="Korochkina, Maria" userId="c909cca0-0566-42e0-8dc0-791f330c8ce2" providerId="ADAL" clId="{A49F2524-3D7B-456C-8E19-AF22EAC47B72}" dt="2025-07-03T10:57:50.423" v="5351" actId="1076"/>
          <ac:picMkLst>
            <pc:docMk/>
            <pc:sldMk cId="3414668879" sldId="289"/>
            <ac:picMk id="5" creationId="{06D4C234-D355-0E83-04BA-8CC88FA274D4}"/>
          </ac:picMkLst>
        </pc:picChg>
      </pc:sldChg>
      <pc:sldChg chg="addSp delSp modSp add mod">
        <pc:chgData name="Korochkina, Maria" userId="c909cca0-0566-42e0-8dc0-791f330c8ce2" providerId="ADAL" clId="{A49F2524-3D7B-456C-8E19-AF22EAC47B72}" dt="2025-07-08T10:40:43.571" v="9622"/>
        <pc:sldMkLst>
          <pc:docMk/>
          <pc:sldMk cId="3359445173" sldId="290"/>
        </pc:sldMkLst>
        <pc:spChg chg="mod">
          <ac:chgData name="Korochkina, Maria" userId="c909cca0-0566-42e0-8dc0-791f330c8ce2" providerId="ADAL" clId="{A49F2524-3D7B-456C-8E19-AF22EAC47B72}" dt="2025-07-03T11:02:52.307" v="5464" actId="207"/>
          <ac:spMkLst>
            <pc:docMk/>
            <pc:sldMk cId="3359445173" sldId="290"/>
            <ac:spMk id="2" creationId="{67CAB783-B8C9-0969-7EF5-5F0C3E5997AE}"/>
          </ac:spMkLst>
        </pc:spChg>
        <pc:spChg chg="mod">
          <ac:chgData name="Korochkina, Maria" userId="c909cca0-0566-42e0-8dc0-791f330c8ce2" providerId="ADAL" clId="{A49F2524-3D7B-456C-8E19-AF22EAC47B72}" dt="2025-07-03T11:08:31.585" v="5736" actId="20577"/>
          <ac:spMkLst>
            <pc:docMk/>
            <pc:sldMk cId="3359445173" sldId="290"/>
            <ac:spMk id="3" creationId="{0C441382-A730-3513-62E5-CED4FFE7AF32}"/>
          </ac:spMkLst>
        </pc:spChg>
        <pc:picChg chg="add mod">
          <ac:chgData name="Korochkina, Maria" userId="c909cca0-0566-42e0-8dc0-791f330c8ce2" providerId="ADAL" clId="{A49F2524-3D7B-456C-8E19-AF22EAC47B72}" dt="2025-07-03T11:07:30.278" v="5716" actId="1076"/>
          <ac:picMkLst>
            <pc:docMk/>
            <pc:sldMk cId="3359445173" sldId="290"/>
            <ac:picMk id="4" creationId="{D58F0B74-E7CC-E919-4E4C-019B2E28ED35}"/>
          </ac:picMkLst>
        </pc:picChg>
        <pc:picChg chg="add mod">
          <ac:chgData name="Korochkina, Maria" userId="c909cca0-0566-42e0-8dc0-791f330c8ce2" providerId="ADAL" clId="{A49F2524-3D7B-456C-8E19-AF22EAC47B72}" dt="2025-07-08T10:40:43.571" v="9622"/>
          <ac:picMkLst>
            <pc:docMk/>
            <pc:sldMk cId="3359445173" sldId="290"/>
            <ac:picMk id="5" creationId="{4F428F64-791A-AE01-1A53-A6048372374E}"/>
          </ac:picMkLst>
        </pc:picChg>
      </pc:sldChg>
      <pc:sldChg chg="addSp delSp modSp new mod">
        <pc:chgData name="Korochkina, Maria" userId="c909cca0-0566-42e0-8dc0-791f330c8ce2" providerId="ADAL" clId="{A49F2524-3D7B-456C-8E19-AF22EAC47B72}" dt="2025-07-08T10:40:54.098" v="9627"/>
        <pc:sldMkLst>
          <pc:docMk/>
          <pc:sldMk cId="4171520323" sldId="291"/>
        </pc:sldMkLst>
        <pc:spChg chg="add mod">
          <ac:chgData name="Korochkina, Maria" userId="c909cca0-0566-42e0-8dc0-791f330c8ce2" providerId="ADAL" clId="{A49F2524-3D7B-456C-8E19-AF22EAC47B72}" dt="2025-07-03T11:10:25.485" v="5796" actId="20577"/>
          <ac:spMkLst>
            <pc:docMk/>
            <pc:sldMk cId="4171520323" sldId="291"/>
            <ac:spMk id="3" creationId="{3B681F20-0066-593A-8289-AD11028574F3}"/>
          </ac:spMkLst>
        </pc:spChg>
        <pc:spChg chg="add mod">
          <ac:chgData name="Korochkina, Maria" userId="c909cca0-0566-42e0-8dc0-791f330c8ce2" providerId="ADAL" clId="{A49F2524-3D7B-456C-8E19-AF22EAC47B72}" dt="2025-07-03T11:27:18.225" v="6361"/>
          <ac:spMkLst>
            <pc:docMk/>
            <pc:sldMk cId="4171520323" sldId="291"/>
            <ac:spMk id="5" creationId="{71B0978C-687F-89DD-E5BD-DF448173FA64}"/>
          </ac:spMkLst>
        </pc:spChg>
        <pc:picChg chg="add mod">
          <ac:chgData name="Korochkina, Maria" userId="c909cca0-0566-42e0-8dc0-791f330c8ce2" providerId="ADAL" clId="{A49F2524-3D7B-456C-8E19-AF22EAC47B72}" dt="2025-07-03T11:27:53.588" v="6384" actId="1036"/>
          <ac:picMkLst>
            <pc:docMk/>
            <pc:sldMk cId="4171520323" sldId="291"/>
            <ac:picMk id="2" creationId="{8D651DBE-3E29-C904-9BB2-47EB2E7C7FD2}"/>
          </ac:picMkLst>
        </pc:picChg>
        <pc:picChg chg="add mod">
          <ac:chgData name="Korochkina, Maria" userId="c909cca0-0566-42e0-8dc0-791f330c8ce2" providerId="ADAL" clId="{A49F2524-3D7B-456C-8E19-AF22EAC47B72}" dt="2025-07-08T10:40:54.098" v="9627"/>
          <ac:picMkLst>
            <pc:docMk/>
            <pc:sldMk cId="4171520323" sldId="291"/>
            <ac:picMk id="4" creationId="{7367524A-079F-49CD-5460-94F1171EB69D}"/>
          </ac:picMkLst>
        </pc:picChg>
      </pc:sldChg>
      <pc:sldChg chg="addSp delSp modSp add mod">
        <pc:chgData name="Korochkina, Maria" userId="c909cca0-0566-42e0-8dc0-791f330c8ce2" providerId="ADAL" clId="{A49F2524-3D7B-456C-8E19-AF22EAC47B72}" dt="2025-07-08T10:40:45.574" v="9623"/>
        <pc:sldMkLst>
          <pc:docMk/>
          <pc:sldMk cId="4279953175" sldId="292"/>
        </pc:sldMkLst>
        <pc:spChg chg="add mod">
          <ac:chgData name="Korochkina, Maria" userId="c909cca0-0566-42e0-8dc0-791f330c8ce2" providerId="ADAL" clId="{A49F2524-3D7B-456C-8E19-AF22EAC47B72}" dt="2025-07-03T11:26:53.778" v="6353" actId="3064"/>
          <ac:spMkLst>
            <pc:docMk/>
            <pc:sldMk cId="4279953175" sldId="292"/>
            <ac:spMk id="5" creationId="{AB02112A-403C-B841-15E9-F84DFD8D31FE}"/>
          </ac:spMkLst>
        </pc:spChg>
        <pc:spChg chg="add mod">
          <ac:chgData name="Korochkina, Maria" userId="c909cca0-0566-42e0-8dc0-791f330c8ce2" providerId="ADAL" clId="{A49F2524-3D7B-456C-8E19-AF22EAC47B72}" dt="2025-07-03T11:28:28.091" v="6426" actId="14100"/>
          <ac:spMkLst>
            <pc:docMk/>
            <pc:sldMk cId="4279953175" sldId="292"/>
            <ac:spMk id="7" creationId="{870020FB-38CF-E8B3-500A-28F9074FBDFB}"/>
          </ac:spMkLst>
        </pc:spChg>
        <pc:picChg chg="add mod">
          <ac:chgData name="Korochkina, Maria" userId="c909cca0-0566-42e0-8dc0-791f330c8ce2" providerId="ADAL" clId="{A49F2524-3D7B-456C-8E19-AF22EAC47B72}" dt="2025-07-08T10:40:45.574" v="9623"/>
          <ac:picMkLst>
            <pc:docMk/>
            <pc:sldMk cId="4279953175" sldId="292"/>
            <ac:picMk id="2" creationId="{04A47D9E-8A1C-3F04-60F9-384E77A907C1}"/>
          </ac:picMkLst>
        </pc:picChg>
        <pc:picChg chg="add mod">
          <ac:chgData name="Korochkina, Maria" userId="c909cca0-0566-42e0-8dc0-791f330c8ce2" providerId="ADAL" clId="{A49F2524-3D7B-456C-8E19-AF22EAC47B72}" dt="2025-07-03T11:28:19.473" v="6424" actId="1036"/>
          <ac:picMkLst>
            <pc:docMk/>
            <pc:sldMk cId="4279953175" sldId="292"/>
            <ac:picMk id="6" creationId="{262BF8C9-88F8-E60E-B7EF-03A8DA2743ED}"/>
          </ac:picMkLst>
        </pc:picChg>
      </pc:sldChg>
      <pc:sldChg chg="addSp delSp modSp add mod">
        <pc:chgData name="Korochkina, Maria" userId="c909cca0-0566-42e0-8dc0-791f330c8ce2" providerId="ADAL" clId="{A49F2524-3D7B-456C-8E19-AF22EAC47B72}" dt="2025-07-08T10:40:47.671" v="9624"/>
        <pc:sldMkLst>
          <pc:docMk/>
          <pc:sldMk cId="4249693561" sldId="293"/>
        </pc:sldMkLst>
        <pc:spChg chg="add mod">
          <ac:chgData name="Korochkina, Maria" userId="c909cca0-0566-42e0-8dc0-791f330c8ce2" providerId="ADAL" clId="{A49F2524-3D7B-456C-8E19-AF22EAC47B72}" dt="2025-07-03T11:27:05.696" v="6355"/>
          <ac:spMkLst>
            <pc:docMk/>
            <pc:sldMk cId="4249693561" sldId="293"/>
            <ac:spMk id="7" creationId="{A27E60E3-B8B8-3F73-0E96-DB639EE5B315}"/>
          </ac:spMkLst>
        </pc:spChg>
        <pc:spChg chg="add mod">
          <ac:chgData name="Korochkina, Maria" userId="c909cca0-0566-42e0-8dc0-791f330c8ce2" providerId="ADAL" clId="{A49F2524-3D7B-456C-8E19-AF22EAC47B72}" dt="2025-07-03T11:28:39.300" v="6505" actId="1038"/>
          <ac:spMkLst>
            <pc:docMk/>
            <pc:sldMk cId="4249693561" sldId="293"/>
            <ac:spMk id="8" creationId="{858CBAF1-6C4C-36B5-7294-385D259919BD}"/>
          </ac:spMkLst>
        </pc:spChg>
        <pc:picChg chg="add mod">
          <ac:chgData name="Korochkina, Maria" userId="c909cca0-0566-42e0-8dc0-791f330c8ce2" providerId="ADAL" clId="{A49F2524-3D7B-456C-8E19-AF22EAC47B72}" dt="2025-07-08T10:40:47.671" v="9624"/>
          <ac:picMkLst>
            <pc:docMk/>
            <pc:sldMk cId="4249693561" sldId="293"/>
            <ac:picMk id="2" creationId="{240C3A3C-4BFD-FBAB-E24F-6F26C38E3754}"/>
          </ac:picMkLst>
        </pc:picChg>
        <pc:picChg chg="add mod">
          <ac:chgData name="Korochkina, Maria" userId="c909cca0-0566-42e0-8dc0-791f330c8ce2" providerId="ADAL" clId="{A49F2524-3D7B-456C-8E19-AF22EAC47B72}" dt="2025-07-03T11:28:12.282" v="6414" actId="1036"/>
          <ac:picMkLst>
            <pc:docMk/>
            <pc:sldMk cId="4249693561" sldId="293"/>
            <ac:picMk id="6" creationId="{C301A3EC-8B34-D488-DE19-FF62D704D1BA}"/>
          </ac:picMkLst>
        </pc:picChg>
      </pc:sldChg>
      <pc:sldChg chg="addSp delSp modSp add mod">
        <pc:chgData name="Korochkina, Maria" userId="c909cca0-0566-42e0-8dc0-791f330c8ce2" providerId="ADAL" clId="{A49F2524-3D7B-456C-8E19-AF22EAC47B72}" dt="2025-07-08T10:40:49.429" v="9625"/>
        <pc:sldMkLst>
          <pc:docMk/>
          <pc:sldMk cId="3386842783" sldId="294"/>
        </pc:sldMkLst>
        <pc:spChg chg="add mod">
          <ac:chgData name="Korochkina, Maria" userId="c909cca0-0566-42e0-8dc0-791f330c8ce2" providerId="ADAL" clId="{A49F2524-3D7B-456C-8E19-AF22EAC47B72}" dt="2025-07-03T11:27:09.909" v="6357"/>
          <ac:spMkLst>
            <pc:docMk/>
            <pc:sldMk cId="3386842783" sldId="294"/>
            <ac:spMk id="6" creationId="{6391F553-E7BE-8C83-2B27-75E34F592016}"/>
          </ac:spMkLst>
        </pc:spChg>
        <pc:picChg chg="add mod">
          <ac:chgData name="Korochkina, Maria" userId="c909cca0-0566-42e0-8dc0-791f330c8ce2" providerId="ADAL" clId="{A49F2524-3D7B-456C-8E19-AF22EAC47B72}" dt="2025-07-08T10:40:49.429" v="9625"/>
          <ac:picMkLst>
            <pc:docMk/>
            <pc:sldMk cId="3386842783" sldId="294"/>
            <ac:picMk id="2" creationId="{BF89C772-8799-82DE-9362-22974895099F}"/>
          </ac:picMkLst>
        </pc:picChg>
        <pc:picChg chg="add mod">
          <ac:chgData name="Korochkina, Maria" userId="c909cca0-0566-42e0-8dc0-791f330c8ce2" providerId="ADAL" clId="{A49F2524-3D7B-456C-8E19-AF22EAC47B72}" dt="2025-07-03T11:28:05.475" v="6404" actId="1036"/>
          <ac:picMkLst>
            <pc:docMk/>
            <pc:sldMk cId="3386842783" sldId="294"/>
            <ac:picMk id="5" creationId="{FB9ADAAC-DAA4-01D2-47E4-9273574D8BAC}"/>
          </ac:picMkLst>
        </pc:picChg>
      </pc:sldChg>
      <pc:sldChg chg="addSp delSp modSp add mod">
        <pc:chgData name="Korochkina, Maria" userId="c909cca0-0566-42e0-8dc0-791f330c8ce2" providerId="ADAL" clId="{A49F2524-3D7B-456C-8E19-AF22EAC47B72}" dt="2025-07-08T10:40:51.796" v="9626"/>
        <pc:sldMkLst>
          <pc:docMk/>
          <pc:sldMk cId="4248134314" sldId="295"/>
        </pc:sldMkLst>
        <pc:spChg chg="add mod">
          <ac:chgData name="Korochkina, Maria" userId="c909cca0-0566-42e0-8dc0-791f330c8ce2" providerId="ADAL" clId="{A49F2524-3D7B-456C-8E19-AF22EAC47B72}" dt="2025-07-03T11:27:14.677" v="6359"/>
          <ac:spMkLst>
            <pc:docMk/>
            <pc:sldMk cId="4248134314" sldId="295"/>
            <ac:spMk id="6" creationId="{32B664AF-148C-1DDD-BB26-690A8A837827}"/>
          </ac:spMkLst>
        </pc:spChg>
        <pc:picChg chg="add mod">
          <ac:chgData name="Korochkina, Maria" userId="c909cca0-0566-42e0-8dc0-791f330c8ce2" providerId="ADAL" clId="{A49F2524-3D7B-456C-8E19-AF22EAC47B72}" dt="2025-07-08T10:40:51.796" v="9626"/>
          <ac:picMkLst>
            <pc:docMk/>
            <pc:sldMk cId="4248134314" sldId="295"/>
            <ac:picMk id="2" creationId="{B806E084-631E-E733-E952-165900F90156}"/>
          </ac:picMkLst>
        </pc:picChg>
        <pc:picChg chg="add mod">
          <ac:chgData name="Korochkina, Maria" userId="c909cca0-0566-42e0-8dc0-791f330c8ce2" providerId="ADAL" clId="{A49F2524-3D7B-456C-8E19-AF22EAC47B72}" dt="2025-07-03T11:27:59.709" v="6394" actId="1036"/>
          <ac:picMkLst>
            <pc:docMk/>
            <pc:sldMk cId="4248134314" sldId="295"/>
            <ac:picMk id="5" creationId="{6B6F1016-6941-058A-2520-1EC310BF5240}"/>
          </ac:picMkLst>
        </pc:picChg>
      </pc:sldChg>
      <pc:sldChg chg="addSp delSp modSp add mod modNotesTx">
        <pc:chgData name="Korochkina, Maria" userId="c909cca0-0566-42e0-8dc0-791f330c8ce2" providerId="ADAL" clId="{A49F2524-3D7B-456C-8E19-AF22EAC47B72}" dt="2025-07-08T10:40:56" v="9628"/>
        <pc:sldMkLst>
          <pc:docMk/>
          <pc:sldMk cId="301567580" sldId="296"/>
        </pc:sldMkLst>
        <pc:spChg chg="add mod">
          <ac:chgData name="Korochkina, Maria" userId="c909cca0-0566-42e0-8dc0-791f330c8ce2" providerId="ADAL" clId="{A49F2524-3D7B-456C-8E19-AF22EAC47B72}" dt="2025-07-03T11:35:22.497" v="6589" actId="20577"/>
          <ac:spMkLst>
            <pc:docMk/>
            <pc:sldMk cId="301567580" sldId="296"/>
            <ac:spMk id="5" creationId="{F58BBA9A-D573-847C-607F-C0578EE7E739}"/>
          </ac:spMkLst>
        </pc:spChg>
        <pc:spChg chg="add mod">
          <ac:chgData name="Korochkina, Maria" userId="c909cca0-0566-42e0-8dc0-791f330c8ce2" providerId="ADAL" clId="{A49F2524-3D7B-456C-8E19-AF22EAC47B72}" dt="2025-07-03T11:35:36.258" v="6613" actId="20577"/>
          <ac:spMkLst>
            <pc:docMk/>
            <pc:sldMk cId="301567580" sldId="296"/>
            <ac:spMk id="6" creationId="{F41BEFB0-26FF-2C4F-3036-B965CD78ECD0}"/>
          </ac:spMkLst>
        </pc:spChg>
        <pc:picChg chg="add mod">
          <ac:chgData name="Korochkina, Maria" userId="c909cca0-0566-42e0-8dc0-791f330c8ce2" providerId="ADAL" clId="{A49F2524-3D7B-456C-8E19-AF22EAC47B72}" dt="2025-07-08T10:40:56" v="9628"/>
          <ac:picMkLst>
            <pc:docMk/>
            <pc:sldMk cId="301567580" sldId="296"/>
            <ac:picMk id="2" creationId="{8F5457EC-308D-7CAF-A571-E6E509A1E5D9}"/>
          </ac:picMkLst>
        </pc:picChg>
        <pc:picChg chg="add mod">
          <ac:chgData name="Korochkina, Maria" userId="c909cca0-0566-42e0-8dc0-791f330c8ce2" providerId="ADAL" clId="{A49F2524-3D7B-456C-8E19-AF22EAC47B72}" dt="2025-07-03T11:32:41.981" v="6520" actId="1037"/>
          <ac:picMkLst>
            <pc:docMk/>
            <pc:sldMk cId="301567580" sldId="296"/>
            <ac:picMk id="7" creationId="{E00CED1A-CD08-585C-A5C5-2C8C14B81656}"/>
          </ac:picMkLst>
        </pc:picChg>
      </pc:sldChg>
      <pc:sldChg chg="addSp delSp modSp new mod modNotesTx">
        <pc:chgData name="Korochkina, Maria" userId="c909cca0-0566-42e0-8dc0-791f330c8ce2" providerId="ADAL" clId="{A49F2524-3D7B-456C-8E19-AF22EAC47B72}" dt="2025-07-08T10:40:58.326" v="9629"/>
        <pc:sldMkLst>
          <pc:docMk/>
          <pc:sldMk cId="3121112641" sldId="297"/>
        </pc:sldMkLst>
        <pc:spChg chg="mod">
          <ac:chgData name="Korochkina, Maria" userId="c909cca0-0566-42e0-8dc0-791f330c8ce2" providerId="ADAL" clId="{A49F2524-3D7B-456C-8E19-AF22EAC47B72}" dt="2025-07-03T13:18:30.505" v="6703" actId="1076"/>
          <ac:spMkLst>
            <pc:docMk/>
            <pc:sldMk cId="3121112641" sldId="297"/>
            <ac:spMk id="2" creationId="{46743CAB-F8E0-B12C-1BD0-050BF98C7462}"/>
          </ac:spMkLst>
        </pc:spChg>
        <pc:spChg chg="add mod">
          <ac:chgData name="Korochkina, Maria" userId="c909cca0-0566-42e0-8dc0-791f330c8ce2" providerId="ADAL" clId="{A49F2524-3D7B-456C-8E19-AF22EAC47B72}" dt="2025-07-03T13:35:21.215" v="7242"/>
          <ac:spMkLst>
            <pc:docMk/>
            <pc:sldMk cId="3121112641" sldId="297"/>
            <ac:spMk id="9" creationId="{04DE5105-7855-F7E7-3F3B-BDE48C23D7E2}"/>
          </ac:spMkLst>
        </pc:spChg>
        <pc:picChg chg="add mod">
          <ac:chgData name="Korochkina, Maria" userId="c909cca0-0566-42e0-8dc0-791f330c8ce2" providerId="ADAL" clId="{A49F2524-3D7B-456C-8E19-AF22EAC47B72}" dt="2025-07-08T10:40:58.326" v="9629"/>
          <ac:picMkLst>
            <pc:docMk/>
            <pc:sldMk cId="3121112641" sldId="297"/>
            <ac:picMk id="3" creationId="{D98513D8-F227-8E4F-70AC-2E172250B94D}"/>
          </ac:picMkLst>
        </pc:picChg>
        <pc:picChg chg="add mod">
          <ac:chgData name="Korochkina, Maria" userId="c909cca0-0566-42e0-8dc0-791f330c8ce2" providerId="ADAL" clId="{A49F2524-3D7B-456C-8E19-AF22EAC47B72}" dt="2025-07-03T13:17:07.843" v="6647" actId="1076"/>
          <ac:picMkLst>
            <pc:docMk/>
            <pc:sldMk cId="3121112641" sldId="297"/>
            <ac:picMk id="5" creationId="{B5824260-6DC4-FBF4-1BA6-3B6744ED2E24}"/>
          </ac:picMkLst>
        </pc:picChg>
        <pc:picChg chg="add mod modCrop">
          <ac:chgData name="Korochkina, Maria" userId="c909cca0-0566-42e0-8dc0-791f330c8ce2" providerId="ADAL" clId="{A49F2524-3D7B-456C-8E19-AF22EAC47B72}" dt="2025-07-03T13:44:47.345" v="7574" actId="1038"/>
          <ac:picMkLst>
            <pc:docMk/>
            <pc:sldMk cId="3121112641" sldId="297"/>
            <ac:picMk id="12" creationId="{0C7EA3E1-EC29-95B8-8232-D40E11CAF8BE}"/>
          </ac:picMkLst>
        </pc:picChg>
      </pc:sldChg>
      <pc:sldChg chg="addSp delSp modSp add mod">
        <pc:chgData name="Korochkina, Maria" userId="c909cca0-0566-42e0-8dc0-791f330c8ce2" providerId="ADAL" clId="{A49F2524-3D7B-456C-8E19-AF22EAC47B72}" dt="2025-07-08T10:41:01.103" v="9630"/>
        <pc:sldMkLst>
          <pc:docMk/>
          <pc:sldMk cId="928246986" sldId="298"/>
        </pc:sldMkLst>
        <pc:spChg chg="add mod">
          <ac:chgData name="Korochkina, Maria" userId="c909cca0-0566-42e0-8dc0-791f330c8ce2" providerId="ADAL" clId="{A49F2524-3D7B-456C-8E19-AF22EAC47B72}" dt="2025-07-03T13:35:17.430" v="7240"/>
          <ac:spMkLst>
            <pc:docMk/>
            <pc:sldMk cId="928246986" sldId="298"/>
            <ac:spMk id="3" creationId="{A3398109-8F0C-0E0D-C4FE-4AC329875B24}"/>
          </ac:spMkLst>
        </pc:spChg>
        <pc:spChg chg="mod">
          <ac:chgData name="Korochkina, Maria" userId="c909cca0-0566-42e0-8dc0-791f330c8ce2" providerId="ADAL" clId="{A49F2524-3D7B-456C-8E19-AF22EAC47B72}" dt="2025-07-03T13:21:14.832" v="6795" actId="14100"/>
          <ac:spMkLst>
            <pc:docMk/>
            <pc:sldMk cId="928246986" sldId="298"/>
            <ac:spMk id="8" creationId="{B847FDE8-69A4-D546-ED44-10015DD6543D}"/>
          </ac:spMkLst>
        </pc:spChg>
        <pc:picChg chg="add mod">
          <ac:chgData name="Korochkina, Maria" userId="c909cca0-0566-42e0-8dc0-791f330c8ce2" providerId="ADAL" clId="{A49F2524-3D7B-456C-8E19-AF22EAC47B72}" dt="2025-07-08T10:41:01.103" v="9630"/>
          <ac:picMkLst>
            <pc:docMk/>
            <pc:sldMk cId="928246986" sldId="298"/>
            <ac:picMk id="4" creationId="{1ACD658F-3C72-DED1-CDC3-9B40EDBC9145}"/>
          </ac:picMkLst>
        </pc:picChg>
        <pc:picChg chg="add mod">
          <ac:chgData name="Korochkina, Maria" userId="c909cca0-0566-42e0-8dc0-791f330c8ce2" providerId="ADAL" clId="{A49F2524-3D7B-456C-8E19-AF22EAC47B72}" dt="2025-07-03T13:44:53.337" v="7575"/>
          <ac:picMkLst>
            <pc:docMk/>
            <pc:sldMk cId="928246986" sldId="298"/>
            <ac:picMk id="7" creationId="{39233B3B-D2DA-D6DF-885B-F9B4C99FFCE6}"/>
          </ac:picMkLst>
        </pc:picChg>
      </pc:sldChg>
      <pc:sldChg chg="addSp delSp modSp add mod modNotesTx">
        <pc:chgData name="Korochkina, Maria" userId="c909cca0-0566-42e0-8dc0-791f330c8ce2" providerId="ADAL" clId="{A49F2524-3D7B-456C-8E19-AF22EAC47B72}" dt="2025-07-08T10:41:02.810" v="9631"/>
        <pc:sldMkLst>
          <pc:docMk/>
          <pc:sldMk cId="1697949083" sldId="299"/>
        </pc:sldMkLst>
        <pc:spChg chg="add mod">
          <ac:chgData name="Korochkina, Maria" userId="c909cca0-0566-42e0-8dc0-791f330c8ce2" providerId="ADAL" clId="{A49F2524-3D7B-456C-8E19-AF22EAC47B72}" dt="2025-07-03T13:35:13.751" v="7238"/>
          <ac:spMkLst>
            <pc:docMk/>
            <pc:sldMk cId="1697949083" sldId="299"/>
            <ac:spMk id="3" creationId="{7BC15570-26CD-D931-3546-6CD2A00B858A}"/>
          </ac:spMkLst>
        </pc:spChg>
        <pc:spChg chg="mod">
          <ac:chgData name="Korochkina, Maria" userId="c909cca0-0566-42e0-8dc0-791f330c8ce2" providerId="ADAL" clId="{A49F2524-3D7B-456C-8E19-AF22EAC47B72}" dt="2025-07-03T13:21:55.904" v="6805" actId="14100"/>
          <ac:spMkLst>
            <pc:docMk/>
            <pc:sldMk cId="1697949083" sldId="299"/>
            <ac:spMk id="8" creationId="{AAE8295E-8350-840A-D8CA-70782C079538}"/>
          </ac:spMkLst>
        </pc:spChg>
        <pc:picChg chg="add mod">
          <ac:chgData name="Korochkina, Maria" userId="c909cca0-0566-42e0-8dc0-791f330c8ce2" providerId="ADAL" clId="{A49F2524-3D7B-456C-8E19-AF22EAC47B72}" dt="2025-07-08T10:41:02.810" v="9631"/>
          <ac:picMkLst>
            <pc:docMk/>
            <pc:sldMk cId="1697949083" sldId="299"/>
            <ac:picMk id="4" creationId="{AF7B1CE6-6BC0-5298-2A60-025E207897EF}"/>
          </ac:picMkLst>
        </pc:picChg>
        <pc:picChg chg="add mod">
          <ac:chgData name="Korochkina, Maria" userId="c909cca0-0566-42e0-8dc0-791f330c8ce2" providerId="ADAL" clId="{A49F2524-3D7B-456C-8E19-AF22EAC47B72}" dt="2025-07-03T13:44:55.404" v="7576"/>
          <ac:picMkLst>
            <pc:docMk/>
            <pc:sldMk cId="1697949083" sldId="299"/>
            <ac:picMk id="7" creationId="{F68EF995-E4A1-7740-8F8E-6D8F2336C384}"/>
          </ac:picMkLst>
        </pc:picChg>
      </pc:sldChg>
      <pc:sldChg chg="addSp delSp modSp add mod modNotesTx">
        <pc:chgData name="Korochkina, Maria" userId="c909cca0-0566-42e0-8dc0-791f330c8ce2" providerId="ADAL" clId="{A49F2524-3D7B-456C-8E19-AF22EAC47B72}" dt="2025-07-08T10:41:05.248" v="9632"/>
        <pc:sldMkLst>
          <pc:docMk/>
          <pc:sldMk cId="1091747544" sldId="300"/>
        </pc:sldMkLst>
        <pc:spChg chg="add mod">
          <ac:chgData name="Korochkina, Maria" userId="c909cca0-0566-42e0-8dc0-791f330c8ce2" providerId="ADAL" clId="{A49F2524-3D7B-456C-8E19-AF22EAC47B72}" dt="2025-07-03T13:35:09.823" v="7236"/>
          <ac:spMkLst>
            <pc:docMk/>
            <pc:sldMk cId="1091747544" sldId="300"/>
            <ac:spMk id="3" creationId="{C0615047-A2DA-B016-88BC-B989CC1938C8}"/>
          </ac:spMkLst>
        </pc:spChg>
        <pc:spChg chg="mod">
          <ac:chgData name="Korochkina, Maria" userId="c909cca0-0566-42e0-8dc0-791f330c8ce2" providerId="ADAL" clId="{A49F2524-3D7B-456C-8E19-AF22EAC47B72}" dt="2025-07-03T13:22:22.054" v="6815" actId="1036"/>
          <ac:spMkLst>
            <pc:docMk/>
            <pc:sldMk cId="1091747544" sldId="300"/>
            <ac:spMk id="8" creationId="{9F09D565-A328-8BB9-AB40-FC3979028FAB}"/>
          </ac:spMkLst>
        </pc:spChg>
        <pc:picChg chg="add mod">
          <ac:chgData name="Korochkina, Maria" userId="c909cca0-0566-42e0-8dc0-791f330c8ce2" providerId="ADAL" clId="{A49F2524-3D7B-456C-8E19-AF22EAC47B72}" dt="2025-07-08T10:41:05.248" v="9632"/>
          <ac:picMkLst>
            <pc:docMk/>
            <pc:sldMk cId="1091747544" sldId="300"/>
            <ac:picMk id="4" creationId="{BED59E59-0939-84A3-8EA0-0FC229F066AC}"/>
          </ac:picMkLst>
        </pc:picChg>
        <pc:picChg chg="add mod">
          <ac:chgData name="Korochkina, Maria" userId="c909cca0-0566-42e0-8dc0-791f330c8ce2" providerId="ADAL" clId="{A49F2524-3D7B-456C-8E19-AF22EAC47B72}" dt="2025-07-03T13:44:57.312" v="7577"/>
          <ac:picMkLst>
            <pc:docMk/>
            <pc:sldMk cId="1091747544" sldId="300"/>
            <ac:picMk id="7" creationId="{135BF18F-B6E9-4192-27B2-D852466B3247}"/>
          </ac:picMkLst>
        </pc:picChg>
      </pc:sldChg>
      <pc:sldChg chg="addSp delSp modSp add mod">
        <pc:chgData name="Korochkina, Maria" userId="c909cca0-0566-42e0-8dc0-791f330c8ce2" providerId="ADAL" clId="{A49F2524-3D7B-456C-8E19-AF22EAC47B72}" dt="2025-07-08T10:41:07.103" v="9633"/>
        <pc:sldMkLst>
          <pc:docMk/>
          <pc:sldMk cId="3292722788" sldId="301"/>
        </pc:sldMkLst>
        <pc:spChg chg="add mod">
          <ac:chgData name="Korochkina, Maria" userId="c909cca0-0566-42e0-8dc0-791f330c8ce2" providerId="ADAL" clId="{A49F2524-3D7B-456C-8E19-AF22EAC47B72}" dt="2025-07-03T13:35:06.083" v="7234"/>
          <ac:spMkLst>
            <pc:docMk/>
            <pc:sldMk cId="3292722788" sldId="301"/>
            <ac:spMk id="3" creationId="{4A58A3D0-A975-75C1-AC4F-E2D98C3011D0}"/>
          </ac:spMkLst>
        </pc:spChg>
        <pc:spChg chg="mod">
          <ac:chgData name="Korochkina, Maria" userId="c909cca0-0566-42e0-8dc0-791f330c8ce2" providerId="ADAL" clId="{A49F2524-3D7B-456C-8E19-AF22EAC47B72}" dt="2025-07-03T13:22:46.610" v="6826" actId="1036"/>
          <ac:spMkLst>
            <pc:docMk/>
            <pc:sldMk cId="3292722788" sldId="301"/>
            <ac:spMk id="8" creationId="{1BBB294E-9C7C-3CA1-0444-1B31CCBCFBDA}"/>
          </ac:spMkLst>
        </pc:spChg>
        <pc:picChg chg="add mod">
          <ac:chgData name="Korochkina, Maria" userId="c909cca0-0566-42e0-8dc0-791f330c8ce2" providerId="ADAL" clId="{A49F2524-3D7B-456C-8E19-AF22EAC47B72}" dt="2025-07-08T10:41:07.103" v="9633"/>
          <ac:picMkLst>
            <pc:docMk/>
            <pc:sldMk cId="3292722788" sldId="301"/>
            <ac:picMk id="4" creationId="{D9CB42A4-3047-AFB8-D515-4FABDFCC0747}"/>
          </ac:picMkLst>
        </pc:picChg>
        <pc:picChg chg="add mod">
          <ac:chgData name="Korochkina, Maria" userId="c909cca0-0566-42e0-8dc0-791f330c8ce2" providerId="ADAL" clId="{A49F2524-3D7B-456C-8E19-AF22EAC47B72}" dt="2025-07-03T13:44:59.342" v="7578"/>
          <ac:picMkLst>
            <pc:docMk/>
            <pc:sldMk cId="3292722788" sldId="301"/>
            <ac:picMk id="7" creationId="{A3738058-A609-F4C5-9D26-85AA4340C2C9}"/>
          </ac:picMkLst>
        </pc:picChg>
      </pc:sldChg>
      <pc:sldChg chg="addSp delSp modSp add mod">
        <pc:chgData name="Korochkina, Maria" userId="c909cca0-0566-42e0-8dc0-791f330c8ce2" providerId="ADAL" clId="{A49F2524-3D7B-456C-8E19-AF22EAC47B72}" dt="2025-07-08T10:41:09.623" v="9634"/>
        <pc:sldMkLst>
          <pc:docMk/>
          <pc:sldMk cId="632179968" sldId="302"/>
        </pc:sldMkLst>
        <pc:spChg chg="add mod">
          <ac:chgData name="Korochkina, Maria" userId="c909cca0-0566-42e0-8dc0-791f330c8ce2" providerId="ADAL" clId="{A49F2524-3D7B-456C-8E19-AF22EAC47B72}" dt="2025-07-03T13:23:07.458" v="6866" actId="1035"/>
          <ac:spMkLst>
            <pc:docMk/>
            <pc:sldMk cId="632179968" sldId="302"/>
            <ac:spMk id="3" creationId="{A7334E43-82AA-F92F-ADFC-A6F2C4CF6E07}"/>
          </ac:spMkLst>
        </pc:spChg>
        <pc:spChg chg="add mod">
          <ac:chgData name="Korochkina, Maria" userId="c909cca0-0566-42e0-8dc0-791f330c8ce2" providerId="ADAL" clId="{A49F2524-3D7B-456C-8E19-AF22EAC47B72}" dt="2025-07-03T13:35:02.152" v="7232"/>
          <ac:spMkLst>
            <pc:docMk/>
            <pc:sldMk cId="632179968" sldId="302"/>
            <ac:spMk id="4" creationId="{2CA8BBD2-E3D6-4114-B4ED-DD78DD93452B}"/>
          </ac:spMkLst>
        </pc:spChg>
        <pc:picChg chg="add mod">
          <ac:chgData name="Korochkina, Maria" userId="c909cca0-0566-42e0-8dc0-791f330c8ce2" providerId="ADAL" clId="{A49F2524-3D7B-456C-8E19-AF22EAC47B72}" dt="2025-07-08T10:41:09.623" v="9634"/>
          <ac:picMkLst>
            <pc:docMk/>
            <pc:sldMk cId="632179968" sldId="302"/>
            <ac:picMk id="6" creationId="{47989323-788A-CF69-1AAF-6ECC214CD21F}"/>
          </ac:picMkLst>
        </pc:picChg>
        <pc:picChg chg="add mod">
          <ac:chgData name="Korochkina, Maria" userId="c909cca0-0566-42e0-8dc0-791f330c8ce2" providerId="ADAL" clId="{A49F2524-3D7B-456C-8E19-AF22EAC47B72}" dt="2025-07-03T13:45:01.030" v="7579"/>
          <ac:picMkLst>
            <pc:docMk/>
            <pc:sldMk cId="632179968" sldId="302"/>
            <ac:picMk id="9" creationId="{FBEC869E-C2AA-876D-EA3A-FB719533A4AC}"/>
          </ac:picMkLst>
        </pc:picChg>
      </pc:sldChg>
      <pc:sldChg chg="addSp delSp modSp add mod">
        <pc:chgData name="Korochkina, Maria" userId="c909cca0-0566-42e0-8dc0-791f330c8ce2" providerId="ADAL" clId="{A49F2524-3D7B-456C-8E19-AF22EAC47B72}" dt="2025-07-08T10:41:11.405" v="9635"/>
        <pc:sldMkLst>
          <pc:docMk/>
          <pc:sldMk cId="1632749990" sldId="303"/>
        </pc:sldMkLst>
        <pc:spChg chg="add mod">
          <ac:chgData name="Korochkina, Maria" userId="c909cca0-0566-42e0-8dc0-791f330c8ce2" providerId="ADAL" clId="{A49F2524-3D7B-456C-8E19-AF22EAC47B72}" dt="2025-07-03T13:23:31.889" v="6926" actId="1036"/>
          <ac:spMkLst>
            <pc:docMk/>
            <pc:sldMk cId="1632749990" sldId="303"/>
            <ac:spMk id="4" creationId="{21F55562-1ED3-10F1-2918-1CD173DA3F52}"/>
          </ac:spMkLst>
        </pc:spChg>
        <pc:spChg chg="add mod">
          <ac:chgData name="Korochkina, Maria" userId="c909cca0-0566-42e0-8dc0-791f330c8ce2" providerId="ADAL" clId="{A49F2524-3D7B-456C-8E19-AF22EAC47B72}" dt="2025-07-03T13:34:58.724" v="7230"/>
          <ac:spMkLst>
            <pc:docMk/>
            <pc:sldMk cId="1632749990" sldId="303"/>
            <ac:spMk id="7" creationId="{1ED639AC-9E1A-666E-7D88-659E8C806DFD}"/>
          </ac:spMkLst>
        </pc:spChg>
        <pc:picChg chg="add mod">
          <ac:chgData name="Korochkina, Maria" userId="c909cca0-0566-42e0-8dc0-791f330c8ce2" providerId="ADAL" clId="{A49F2524-3D7B-456C-8E19-AF22EAC47B72}" dt="2025-07-08T10:41:11.405" v="9635"/>
          <ac:picMkLst>
            <pc:docMk/>
            <pc:sldMk cId="1632749990" sldId="303"/>
            <ac:picMk id="3" creationId="{7C0D9FAA-DE9A-47EF-995E-1F900293907C}"/>
          </ac:picMkLst>
        </pc:picChg>
        <pc:picChg chg="add mod">
          <ac:chgData name="Korochkina, Maria" userId="c909cca0-0566-42e0-8dc0-791f330c8ce2" providerId="ADAL" clId="{A49F2524-3D7B-456C-8E19-AF22EAC47B72}" dt="2025-07-03T13:45:03.090" v="7580"/>
          <ac:picMkLst>
            <pc:docMk/>
            <pc:sldMk cId="1632749990" sldId="303"/>
            <ac:picMk id="9" creationId="{DA610897-5CC0-E47F-A244-90197514E51B}"/>
          </ac:picMkLst>
        </pc:picChg>
      </pc:sldChg>
      <pc:sldChg chg="addSp delSp modSp add mod">
        <pc:chgData name="Korochkina, Maria" userId="c909cca0-0566-42e0-8dc0-791f330c8ce2" providerId="ADAL" clId="{A49F2524-3D7B-456C-8E19-AF22EAC47B72}" dt="2025-07-08T10:41:13.541" v="9636"/>
        <pc:sldMkLst>
          <pc:docMk/>
          <pc:sldMk cId="3902852615" sldId="304"/>
        </pc:sldMkLst>
        <pc:spChg chg="mod">
          <ac:chgData name="Korochkina, Maria" userId="c909cca0-0566-42e0-8dc0-791f330c8ce2" providerId="ADAL" clId="{A49F2524-3D7B-456C-8E19-AF22EAC47B72}" dt="2025-07-03T13:34:52.768" v="7228" actId="2711"/>
          <ac:spMkLst>
            <pc:docMk/>
            <pc:sldMk cId="3902852615" sldId="304"/>
            <ac:spMk id="6" creationId="{ED149D56-BB9A-33E3-EF73-9A818FD6FBFA}"/>
          </ac:spMkLst>
        </pc:spChg>
        <pc:spChg chg="mod">
          <ac:chgData name="Korochkina, Maria" userId="c909cca0-0566-42e0-8dc0-791f330c8ce2" providerId="ADAL" clId="{A49F2524-3D7B-456C-8E19-AF22EAC47B72}" dt="2025-07-03T13:23:57.427" v="6981" actId="1038"/>
          <ac:spMkLst>
            <pc:docMk/>
            <pc:sldMk cId="3902852615" sldId="304"/>
            <ac:spMk id="8" creationId="{2F06ABBF-F9DB-AD07-ED9B-18EA509BA06A}"/>
          </ac:spMkLst>
        </pc:spChg>
        <pc:picChg chg="add mod">
          <ac:chgData name="Korochkina, Maria" userId="c909cca0-0566-42e0-8dc0-791f330c8ce2" providerId="ADAL" clId="{A49F2524-3D7B-456C-8E19-AF22EAC47B72}" dt="2025-07-08T10:41:13.541" v="9636"/>
          <ac:picMkLst>
            <pc:docMk/>
            <pc:sldMk cId="3902852615" sldId="304"/>
            <ac:picMk id="3" creationId="{E95EAD43-E270-7CBC-27DF-63AC70C96A4B}"/>
          </ac:picMkLst>
        </pc:picChg>
        <pc:picChg chg="add mod">
          <ac:chgData name="Korochkina, Maria" userId="c909cca0-0566-42e0-8dc0-791f330c8ce2" providerId="ADAL" clId="{A49F2524-3D7B-456C-8E19-AF22EAC47B72}" dt="2025-07-03T13:45:05.103" v="7581"/>
          <ac:picMkLst>
            <pc:docMk/>
            <pc:sldMk cId="3902852615" sldId="304"/>
            <ac:picMk id="4" creationId="{11B934D9-C614-3908-D7A1-DBAFEBD9AFCF}"/>
          </ac:picMkLst>
        </pc:picChg>
      </pc:sldChg>
      <pc:sldChg chg="addSp delSp modSp add mod">
        <pc:chgData name="Korochkina, Maria" userId="c909cca0-0566-42e0-8dc0-791f330c8ce2" providerId="ADAL" clId="{A49F2524-3D7B-456C-8E19-AF22EAC47B72}" dt="2025-07-08T10:41:18.108" v="9638"/>
        <pc:sldMkLst>
          <pc:docMk/>
          <pc:sldMk cId="3197031486" sldId="305"/>
        </pc:sldMkLst>
        <pc:spChg chg="mod">
          <ac:chgData name="Korochkina, Maria" userId="c909cca0-0566-42e0-8dc0-791f330c8ce2" providerId="ADAL" clId="{A49F2524-3D7B-456C-8E19-AF22EAC47B72}" dt="2025-07-03T13:29:23.477" v="7101" actId="1035"/>
          <ac:spMkLst>
            <pc:docMk/>
            <pc:sldMk cId="3197031486" sldId="305"/>
            <ac:spMk id="4" creationId="{3B9DF40F-F99D-4E55-7A5C-64A09ECA8A2D}"/>
          </ac:spMkLst>
        </pc:spChg>
        <pc:spChg chg="add mod">
          <ac:chgData name="Korochkina, Maria" userId="c909cca0-0566-42e0-8dc0-791f330c8ce2" providerId="ADAL" clId="{A49F2524-3D7B-456C-8E19-AF22EAC47B72}" dt="2025-07-03T13:34:41.191" v="7225"/>
          <ac:spMkLst>
            <pc:docMk/>
            <pc:sldMk cId="3197031486" sldId="305"/>
            <ac:spMk id="5" creationId="{CBE1FCDC-2368-0566-FB71-6AFF8C62FC56}"/>
          </ac:spMkLst>
        </pc:spChg>
        <pc:picChg chg="add mod">
          <ac:chgData name="Korochkina, Maria" userId="c909cca0-0566-42e0-8dc0-791f330c8ce2" providerId="ADAL" clId="{A49F2524-3D7B-456C-8E19-AF22EAC47B72}" dt="2025-07-08T10:41:18.108" v="9638"/>
          <ac:picMkLst>
            <pc:docMk/>
            <pc:sldMk cId="3197031486" sldId="305"/>
            <ac:picMk id="3" creationId="{9C01F471-64A3-CB43-DE7C-5C056878AB72}"/>
          </ac:picMkLst>
        </pc:picChg>
      </pc:sldChg>
      <pc:sldChg chg="addSp delSp modSp add mod">
        <pc:chgData name="Korochkina, Maria" userId="c909cca0-0566-42e0-8dc0-791f330c8ce2" providerId="ADAL" clId="{A49F2524-3D7B-456C-8E19-AF22EAC47B72}" dt="2025-07-08T10:41:19.797" v="9639"/>
        <pc:sldMkLst>
          <pc:docMk/>
          <pc:sldMk cId="3719579108" sldId="306"/>
        </pc:sldMkLst>
        <pc:spChg chg="mod">
          <ac:chgData name="Korochkina, Maria" userId="c909cca0-0566-42e0-8dc0-791f330c8ce2" providerId="ADAL" clId="{A49F2524-3D7B-456C-8E19-AF22EAC47B72}" dt="2025-07-03T13:29:46.028" v="7108" actId="14100"/>
          <ac:spMkLst>
            <pc:docMk/>
            <pc:sldMk cId="3719579108" sldId="306"/>
            <ac:spMk id="4" creationId="{BB811B2F-361B-3466-B317-FB92B649A1F4}"/>
          </ac:spMkLst>
        </pc:spChg>
        <pc:spChg chg="add mod">
          <ac:chgData name="Korochkina, Maria" userId="c909cca0-0566-42e0-8dc0-791f330c8ce2" providerId="ADAL" clId="{A49F2524-3D7B-456C-8E19-AF22EAC47B72}" dt="2025-07-03T13:34:38.031" v="7223"/>
          <ac:spMkLst>
            <pc:docMk/>
            <pc:sldMk cId="3719579108" sldId="306"/>
            <ac:spMk id="5" creationId="{C1B3ABCA-F5E2-BDF1-7F4D-B4ED326BAFBD}"/>
          </ac:spMkLst>
        </pc:spChg>
        <pc:picChg chg="add mod">
          <ac:chgData name="Korochkina, Maria" userId="c909cca0-0566-42e0-8dc0-791f330c8ce2" providerId="ADAL" clId="{A49F2524-3D7B-456C-8E19-AF22EAC47B72}" dt="2025-07-08T10:41:19.797" v="9639"/>
          <ac:picMkLst>
            <pc:docMk/>
            <pc:sldMk cId="3719579108" sldId="306"/>
            <ac:picMk id="3" creationId="{FBA8433A-9BC3-F568-674F-4B0DDE26D40A}"/>
          </ac:picMkLst>
        </pc:picChg>
      </pc:sldChg>
      <pc:sldChg chg="addSp modSp add mod">
        <pc:chgData name="Korochkina, Maria" userId="c909cca0-0566-42e0-8dc0-791f330c8ce2" providerId="ADAL" clId="{A49F2524-3D7B-456C-8E19-AF22EAC47B72}" dt="2025-07-08T10:41:22.232" v="9640"/>
        <pc:sldMkLst>
          <pc:docMk/>
          <pc:sldMk cId="1049283279" sldId="307"/>
        </pc:sldMkLst>
        <pc:spChg chg="mod">
          <ac:chgData name="Korochkina, Maria" userId="c909cca0-0566-42e0-8dc0-791f330c8ce2" providerId="ADAL" clId="{A49F2524-3D7B-456C-8E19-AF22EAC47B72}" dt="2025-07-03T13:34:31.627" v="7221" actId="2711"/>
          <ac:spMkLst>
            <pc:docMk/>
            <pc:sldMk cId="1049283279" sldId="307"/>
            <ac:spMk id="3" creationId="{A62E9383-795C-0C6A-2748-07A9678754C6}"/>
          </ac:spMkLst>
        </pc:spChg>
        <pc:spChg chg="mod">
          <ac:chgData name="Korochkina, Maria" userId="c909cca0-0566-42e0-8dc0-791f330c8ce2" providerId="ADAL" clId="{A49F2524-3D7B-456C-8E19-AF22EAC47B72}" dt="2025-07-03T13:29:56.960" v="7110" actId="1076"/>
          <ac:spMkLst>
            <pc:docMk/>
            <pc:sldMk cId="1049283279" sldId="307"/>
            <ac:spMk id="4" creationId="{0EBBC597-CF18-9DE2-67F6-1AA20D95E45B}"/>
          </ac:spMkLst>
        </pc:spChg>
        <pc:picChg chg="add mod">
          <ac:chgData name="Korochkina, Maria" userId="c909cca0-0566-42e0-8dc0-791f330c8ce2" providerId="ADAL" clId="{A49F2524-3D7B-456C-8E19-AF22EAC47B72}" dt="2025-07-08T10:41:22.232" v="9640"/>
          <ac:picMkLst>
            <pc:docMk/>
            <pc:sldMk cId="1049283279" sldId="307"/>
            <ac:picMk id="5" creationId="{917B79DF-23ED-8E0B-7DCC-420059BB3A86}"/>
          </ac:picMkLst>
        </pc:picChg>
      </pc:sldChg>
      <pc:sldChg chg="addSp delSp modSp add mod">
        <pc:chgData name="Korochkina, Maria" userId="c909cca0-0566-42e0-8dc0-791f330c8ce2" providerId="ADAL" clId="{A49F2524-3D7B-456C-8E19-AF22EAC47B72}" dt="2025-07-08T10:41:25.935" v="9642"/>
        <pc:sldMkLst>
          <pc:docMk/>
          <pc:sldMk cId="3564742027" sldId="308"/>
        </pc:sldMkLst>
        <pc:spChg chg="add mod">
          <ac:chgData name="Korochkina, Maria" userId="c909cca0-0566-42e0-8dc0-791f330c8ce2" providerId="ADAL" clId="{A49F2524-3D7B-456C-8E19-AF22EAC47B72}" dt="2025-07-03T13:38:41.131" v="7491" actId="1035"/>
          <ac:spMkLst>
            <pc:docMk/>
            <pc:sldMk cId="3564742027" sldId="308"/>
            <ac:spMk id="5" creationId="{38150DBF-3F26-2D75-1DAC-EE2B4282A5BC}"/>
          </ac:spMkLst>
        </pc:spChg>
        <pc:picChg chg="add mod">
          <ac:chgData name="Korochkina, Maria" userId="c909cca0-0566-42e0-8dc0-791f330c8ce2" providerId="ADAL" clId="{A49F2524-3D7B-456C-8E19-AF22EAC47B72}" dt="2025-07-08T10:41:25.935" v="9642"/>
          <ac:picMkLst>
            <pc:docMk/>
            <pc:sldMk cId="3564742027" sldId="308"/>
            <ac:picMk id="4" creationId="{C0B0DC76-856C-BF75-53D7-82D4DF2A753B}"/>
          </ac:picMkLst>
        </pc:picChg>
      </pc:sldChg>
      <pc:sldChg chg="addSp delSp modSp add mod">
        <pc:chgData name="Korochkina, Maria" userId="c909cca0-0566-42e0-8dc0-791f330c8ce2" providerId="ADAL" clId="{A49F2524-3D7B-456C-8E19-AF22EAC47B72}" dt="2025-07-08T10:41:32.929" v="9645"/>
        <pc:sldMkLst>
          <pc:docMk/>
          <pc:sldMk cId="237529205" sldId="309"/>
        </pc:sldMkLst>
        <pc:spChg chg="add mod">
          <ac:chgData name="Korochkina, Maria" userId="c909cca0-0566-42e0-8dc0-791f330c8ce2" providerId="ADAL" clId="{A49F2524-3D7B-456C-8E19-AF22EAC47B72}" dt="2025-07-03T13:39:30.873" v="7503" actId="1076"/>
          <ac:spMkLst>
            <pc:docMk/>
            <pc:sldMk cId="237529205" sldId="309"/>
            <ac:spMk id="5" creationId="{C587FB47-25BA-B265-131A-A54A369B5653}"/>
          </ac:spMkLst>
        </pc:spChg>
        <pc:picChg chg="add mod">
          <ac:chgData name="Korochkina, Maria" userId="c909cca0-0566-42e0-8dc0-791f330c8ce2" providerId="ADAL" clId="{A49F2524-3D7B-456C-8E19-AF22EAC47B72}" dt="2025-07-08T10:41:32.929" v="9645"/>
          <ac:picMkLst>
            <pc:docMk/>
            <pc:sldMk cId="237529205" sldId="309"/>
            <ac:picMk id="4" creationId="{A7CB1068-70E7-3789-7378-1A7F0905C486}"/>
          </ac:picMkLst>
        </pc:picChg>
      </pc:sldChg>
      <pc:sldChg chg="addSp delSp modSp add mod">
        <pc:chgData name="Korochkina, Maria" userId="c909cca0-0566-42e0-8dc0-791f330c8ce2" providerId="ADAL" clId="{A49F2524-3D7B-456C-8E19-AF22EAC47B72}" dt="2025-07-08T10:41:28.350" v="9643"/>
        <pc:sldMkLst>
          <pc:docMk/>
          <pc:sldMk cId="676804727" sldId="310"/>
        </pc:sldMkLst>
        <pc:spChg chg="add mod">
          <ac:chgData name="Korochkina, Maria" userId="c909cca0-0566-42e0-8dc0-791f330c8ce2" providerId="ADAL" clId="{A49F2524-3D7B-456C-8E19-AF22EAC47B72}" dt="2025-07-03T13:38:27.041" v="7440" actId="14100"/>
          <ac:spMkLst>
            <pc:docMk/>
            <pc:sldMk cId="676804727" sldId="310"/>
            <ac:spMk id="6" creationId="{38B98109-FDBC-8994-82D1-E26546ADD9D7}"/>
          </ac:spMkLst>
        </pc:spChg>
        <pc:picChg chg="add mod">
          <ac:chgData name="Korochkina, Maria" userId="c909cca0-0566-42e0-8dc0-791f330c8ce2" providerId="ADAL" clId="{A49F2524-3D7B-456C-8E19-AF22EAC47B72}" dt="2025-07-08T10:41:28.350" v="9643"/>
          <ac:picMkLst>
            <pc:docMk/>
            <pc:sldMk cId="676804727" sldId="310"/>
            <ac:picMk id="4" creationId="{A6B1E415-A8F6-1462-A3B5-CF86B83D13C0}"/>
          </ac:picMkLst>
        </pc:picChg>
      </pc:sldChg>
      <pc:sldChg chg="addSp modSp add mod">
        <pc:chgData name="Korochkina, Maria" userId="c909cca0-0566-42e0-8dc0-791f330c8ce2" providerId="ADAL" clId="{A49F2524-3D7B-456C-8E19-AF22EAC47B72}" dt="2025-07-08T10:41:30.763" v="9644"/>
        <pc:sldMkLst>
          <pc:docMk/>
          <pc:sldMk cId="3772102408" sldId="311"/>
        </pc:sldMkLst>
        <pc:spChg chg="mod">
          <ac:chgData name="Korochkina, Maria" userId="c909cca0-0566-42e0-8dc0-791f330c8ce2" providerId="ADAL" clId="{A49F2524-3D7B-456C-8E19-AF22EAC47B72}" dt="2025-07-03T13:38:12.837" v="7405" actId="14100"/>
          <ac:spMkLst>
            <pc:docMk/>
            <pc:sldMk cId="3772102408" sldId="311"/>
            <ac:spMk id="4" creationId="{5985B234-5E49-8A2D-4CD6-8F6D9A223EBC}"/>
          </ac:spMkLst>
        </pc:spChg>
        <pc:picChg chg="add mod">
          <ac:chgData name="Korochkina, Maria" userId="c909cca0-0566-42e0-8dc0-791f330c8ce2" providerId="ADAL" clId="{A49F2524-3D7B-456C-8E19-AF22EAC47B72}" dt="2025-07-08T10:41:30.763" v="9644"/>
          <ac:picMkLst>
            <pc:docMk/>
            <pc:sldMk cId="3772102408" sldId="311"/>
            <ac:picMk id="5" creationId="{3543439B-D8E4-57CE-8E3E-9DA852BCE139}"/>
          </ac:picMkLst>
        </pc:picChg>
      </pc:sldChg>
      <pc:sldChg chg="addSp modSp add mod">
        <pc:chgData name="Korochkina, Maria" userId="c909cca0-0566-42e0-8dc0-791f330c8ce2" providerId="ADAL" clId="{A49F2524-3D7B-456C-8E19-AF22EAC47B72}" dt="2025-07-08T10:41:34.677" v="9646"/>
        <pc:sldMkLst>
          <pc:docMk/>
          <pc:sldMk cId="1826550847" sldId="312"/>
        </pc:sldMkLst>
        <pc:spChg chg="mod">
          <ac:chgData name="Korochkina, Maria" userId="c909cca0-0566-42e0-8dc0-791f330c8ce2" providerId="ADAL" clId="{A49F2524-3D7B-456C-8E19-AF22EAC47B72}" dt="2025-07-03T13:40:04.951" v="7511" actId="14100"/>
          <ac:spMkLst>
            <pc:docMk/>
            <pc:sldMk cId="1826550847" sldId="312"/>
            <ac:spMk id="5" creationId="{8C3A59B0-260E-4A02-174E-2FD546194C97}"/>
          </ac:spMkLst>
        </pc:spChg>
        <pc:picChg chg="add mod">
          <ac:chgData name="Korochkina, Maria" userId="c909cca0-0566-42e0-8dc0-791f330c8ce2" providerId="ADAL" clId="{A49F2524-3D7B-456C-8E19-AF22EAC47B72}" dt="2025-07-08T10:41:34.677" v="9646"/>
          <ac:picMkLst>
            <pc:docMk/>
            <pc:sldMk cId="1826550847" sldId="312"/>
            <ac:picMk id="4" creationId="{121DCFBF-3923-139B-D77C-42DE12141448}"/>
          </ac:picMkLst>
        </pc:picChg>
      </pc:sldChg>
      <pc:sldChg chg="addSp delSp modSp add mod">
        <pc:chgData name="Korochkina, Maria" userId="c909cca0-0566-42e0-8dc0-791f330c8ce2" providerId="ADAL" clId="{A49F2524-3D7B-456C-8E19-AF22EAC47B72}" dt="2025-07-08T11:45:33.115" v="10100" actId="478"/>
        <pc:sldMkLst>
          <pc:docMk/>
          <pc:sldMk cId="2862299904" sldId="313"/>
        </pc:sldMkLst>
        <pc:spChg chg="add mod">
          <ac:chgData name="Korochkina, Maria" userId="c909cca0-0566-42e0-8dc0-791f330c8ce2" providerId="ADAL" clId="{A49F2524-3D7B-456C-8E19-AF22EAC47B72}" dt="2025-07-03T13:40:47.669" v="7517" actId="14100"/>
          <ac:spMkLst>
            <pc:docMk/>
            <pc:sldMk cId="2862299904" sldId="313"/>
            <ac:spMk id="4" creationId="{9BE040B7-96EC-0635-D0D7-0CB12B75842E}"/>
          </ac:spMkLst>
        </pc:spChg>
        <pc:picChg chg="add mod">
          <ac:chgData name="Korochkina, Maria" userId="c909cca0-0566-42e0-8dc0-791f330c8ce2" providerId="ADAL" clId="{A49F2524-3D7B-456C-8E19-AF22EAC47B72}" dt="2025-07-08T10:41:37.101" v="9647"/>
          <ac:picMkLst>
            <pc:docMk/>
            <pc:sldMk cId="2862299904" sldId="313"/>
            <ac:picMk id="5" creationId="{AF207F87-5191-0C2A-360A-90974B71FAD0}"/>
          </ac:picMkLst>
        </pc:picChg>
      </pc:sldChg>
      <pc:sldChg chg="delSp modSp add del mod">
        <pc:chgData name="Korochkina, Maria" userId="c909cca0-0566-42e0-8dc0-791f330c8ce2" providerId="ADAL" clId="{A49F2524-3D7B-456C-8E19-AF22EAC47B72}" dt="2025-07-08T10:41:45.846" v="9648" actId="47"/>
        <pc:sldMkLst>
          <pc:docMk/>
          <pc:sldMk cId="121375999" sldId="314"/>
        </pc:sldMkLst>
      </pc:sldChg>
      <pc:sldChg chg="addSp delSp modSp add mod">
        <pc:chgData name="Korochkina, Maria" userId="c909cca0-0566-42e0-8dc0-791f330c8ce2" providerId="ADAL" clId="{A49F2524-3D7B-456C-8E19-AF22EAC47B72}" dt="2025-07-08T11:45:29.675" v="10099"/>
        <pc:sldMkLst>
          <pc:docMk/>
          <pc:sldMk cId="4227356189" sldId="315"/>
        </pc:sldMkLst>
        <pc:spChg chg="mod">
          <ac:chgData name="Korochkina, Maria" userId="c909cca0-0566-42e0-8dc0-791f330c8ce2" providerId="ADAL" clId="{A49F2524-3D7B-456C-8E19-AF22EAC47B72}" dt="2025-07-03T15:44:53.881" v="7799" actId="20577"/>
          <ac:spMkLst>
            <pc:docMk/>
            <pc:sldMk cId="4227356189" sldId="315"/>
            <ac:spMk id="2" creationId="{1B3738C2-E470-E5E4-A79D-791C6D675C43}"/>
          </ac:spMkLst>
        </pc:spChg>
        <pc:spChg chg="mod">
          <ac:chgData name="Korochkina, Maria" userId="c909cca0-0566-42e0-8dc0-791f330c8ce2" providerId="ADAL" clId="{A49F2524-3D7B-456C-8E19-AF22EAC47B72}" dt="2025-07-03T15:42:24.632" v="7720"/>
          <ac:spMkLst>
            <pc:docMk/>
            <pc:sldMk cId="4227356189" sldId="315"/>
            <ac:spMk id="3" creationId="{11EC840D-EB45-56FF-6B1C-FB929F108437}"/>
          </ac:spMkLst>
        </pc:spChg>
        <pc:picChg chg="add mod">
          <ac:chgData name="Korochkina, Maria" userId="c909cca0-0566-42e0-8dc0-791f330c8ce2" providerId="ADAL" clId="{A49F2524-3D7B-456C-8E19-AF22EAC47B72}" dt="2025-07-08T11:45:29.675" v="10099"/>
          <ac:picMkLst>
            <pc:docMk/>
            <pc:sldMk cId="4227356189" sldId="315"/>
            <ac:picMk id="6" creationId="{680AA862-8ACB-F43F-ED7F-87536F5C90FD}"/>
          </ac:picMkLst>
        </pc:picChg>
      </pc:sldChg>
      <pc:sldChg chg="modSp new del mod">
        <pc:chgData name="Korochkina, Maria" userId="c909cca0-0566-42e0-8dc0-791f330c8ce2" providerId="ADAL" clId="{A49F2524-3D7B-456C-8E19-AF22EAC47B72}" dt="2025-07-03T15:53:13.184" v="8292" actId="47"/>
        <pc:sldMkLst>
          <pc:docMk/>
          <pc:sldMk cId="2940837034" sldId="316"/>
        </pc:sldMkLst>
      </pc:sldChg>
      <pc:sldChg chg="addSp delSp modSp new mod modNotesTx">
        <pc:chgData name="Korochkina, Maria" userId="c909cca0-0566-42e0-8dc0-791f330c8ce2" providerId="ADAL" clId="{A49F2524-3D7B-456C-8E19-AF22EAC47B72}" dt="2025-07-14T16:27:36.855" v="12104"/>
        <pc:sldMkLst>
          <pc:docMk/>
          <pc:sldMk cId="2746290333" sldId="317"/>
        </pc:sldMkLst>
        <pc:spChg chg="mod">
          <ac:chgData name="Korochkina, Maria" userId="c909cca0-0566-42e0-8dc0-791f330c8ce2" providerId="ADAL" clId="{A49F2524-3D7B-456C-8E19-AF22EAC47B72}" dt="2025-07-03T15:46:24.944" v="7838"/>
          <ac:spMkLst>
            <pc:docMk/>
            <pc:sldMk cId="2746290333" sldId="317"/>
            <ac:spMk id="2" creationId="{3EB66925-3856-2D45-273B-911342EEEA55}"/>
          </ac:spMkLst>
        </pc:spChg>
        <pc:spChg chg="mod">
          <ac:chgData name="Korochkina, Maria" userId="c909cca0-0566-42e0-8dc0-791f330c8ce2" providerId="ADAL" clId="{A49F2524-3D7B-456C-8E19-AF22EAC47B72}" dt="2025-07-03T15:50:57.161" v="8215" actId="20577"/>
          <ac:spMkLst>
            <pc:docMk/>
            <pc:sldMk cId="2746290333" sldId="317"/>
            <ac:spMk id="3" creationId="{7BE07C0D-302C-2612-843D-C2A7064955D3}"/>
          </ac:spMkLst>
        </pc:spChg>
        <pc:spChg chg="mod">
          <ac:chgData name="Korochkina, Maria" userId="c909cca0-0566-42e0-8dc0-791f330c8ce2" providerId="ADAL" clId="{A49F2524-3D7B-456C-8E19-AF22EAC47B72}" dt="2025-07-03T15:52:58.949" v="8291" actId="1076"/>
          <ac:spMkLst>
            <pc:docMk/>
            <pc:sldMk cId="2746290333" sldId="317"/>
            <ac:spMk id="4" creationId="{5A0E4291-99F2-E7BB-203C-CEC4B0A98E2A}"/>
          </ac:spMkLst>
        </pc:spChg>
        <pc:picChg chg="add mod">
          <ac:chgData name="Korochkina, Maria" userId="c909cca0-0566-42e0-8dc0-791f330c8ce2" providerId="ADAL" clId="{A49F2524-3D7B-456C-8E19-AF22EAC47B72}" dt="2025-07-14T16:27:36.855" v="12104"/>
          <ac:picMkLst>
            <pc:docMk/>
            <pc:sldMk cId="2746290333" sldId="317"/>
            <ac:picMk id="6" creationId="{FA2FA6B4-75DB-7D29-17B8-4C20D8A4C399}"/>
          </ac:picMkLst>
        </pc:picChg>
      </pc:sldChg>
      <pc:sldChg chg="addSp delSp modSp add del mod">
        <pc:chgData name="Korochkina, Maria" userId="c909cca0-0566-42e0-8dc0-791f330c8ce2" providerId="ADAL" clId="{A49F2524-3D7B-456C-8E19-AF22EAC47B72}" dt="2025-07-03T16:14:17.635" v="8349" actId="47"/>
        <pc:sldMkLst>
          <pc:docMk/>
          <pc:sldMk cId="2492996293" sldId="318"/>
        </pc:sldMkLst>
      </pc:sldChg>
      <pc:sldChg chg="addSp delSp modSp new mod">
        <pc:chgData name="Korochkina, Maria" userId="c909cca0-0566-42e0-8dc0-791f330c8ce2" providerId="ADAL" clId="{A49F2524-3D7B-456C-8E19-AF22EAC47B72}" dt="2025-07-14T16:27:28.125" v="12100"/>
        <pc:sldMkLst>
          <pc:docMk/>
          <pc:sldMk cId="661938469" sldId="319"/>
        </pc:sldMkLst>
        <pc:spChg chg="mod">
          <ac:chgData name="Korochkina, Maria" userId="c909cca0-0566-42e0-8dc0-791f330c8ce2" providerId="ADAL" clId="{A49F2524-3D7B-456C-8E19-AF22EAC47B72}" dt="2025-07-03T16:17:12.628" v="8359" actId="1076"/>
          <ac:spMkLst>
            <pc:docMk/>
            <pc:sldMk cId="661938469" sldId="319"/>
            <ac:spMk id="2" creationId="{17087B9A-018A-D92F-AC04-3D70C33A0BBE}"/>
          </ac:spMkLst>
        </pc:spChg>
        <pc:spChg chg="add mod ord">
          <ac:chgData name="Korochkina, Maria" userId="c909cca0-0566-42e0-8dc0-791f330c8ce2" providerId="ADAL" clId="{A49F2524-3D7B-456C-8E19-AF22EAC47B72}" dt="2025-07-14T12:17:32.727" v="10524" actId="1076"/>
          <ac:spMkLst>
            <pc:docMk/>
            <pc:sldMk cId="661938469" sldId="319"/>
            <ac:spMk id="4" creationId="{1606E2F8-A85E-AE6C-224C-CDE5241E674F}"/>
          </ac:spMkLst>
        </pc:spChg>
        <pc:spChg chg="add mod">
          <ac:chgData name="Korochkina, Maria" userId="c909cca0-0566-42e0-8dc0-791f330c8ce2" providerId="ADAL" clId="{A49F2524-3D7B-456C-8E19-AF22EAC47B72}" dt="2025-07-14T12:19:15.865" v="10615" actId="1036"/>
          <ac:spMkLst>
            <pc:docMk/>
            <pc:sldMk cId="661938469" sldId="319"/>
            <ac:spMk id="6" creationId="{B12B5894-5A96-2427-302B-181F0E9F0BBE}"/>
          </ac:spMkLst>
        </pc:spChg>
        <pc:spChg chg="add mod">
          <ac:chgData name="Korochkina, Maria" userId="c909cca0-0566-42e0-8dc0-791f330c8ce2" providerId="ADAL" clId="{A49F2524-3D7B-456C-8E19-AF22EAC47B72}" dt="2025-07-14T12:18:27.376" v="10562" actId="1038"/>
          <ac:spMkLst>
            <pc:docMk/>
            <pc:sldMk cId="661938469" sldId="319"/>
            <ac:spMk id="16" creationId="{56C42821-097E-EBA0-FDD7-22686790F87D}"/>
          </ac:spMkLst>
        </pc:spChg>
        <pc:picChg chg="add mod ord">
          <ac:chgData name="Korochkina, Maria" userId="c909cca0-0566-42e0-8dc0-791f330c8ce2" providerId="ADAL" clId="{A49F2524-3D7B-456C-8E19-AF22EAC47B72}" dt="2025-07-14T12:17:32.727" v="10524" actId="1076"/>
          <ac:picMkLst>
            <pc:docMk/>
            <pc:sldMk cId="661938469" sldId="319"/>
            <ac:picMk id="5" creationId="{31480EA8-09D8-12EB-F738-86EF160B6A12}"/>
          </ac:picMkLst>
        </pc:picChg>
        <pc:picChg chg="add mod">
          <ac:chgData name="Korochkina, Maria" userId="c909cca0-0566-42e0-8dc0-791f330c8ce2" providerId="ADAL" clId="{A49F2524-3D7B-456C-8E19-AF22EAC47B72}" dt="2025-07-14T16:27:28.125" v="12100"/>
          <ac:picMkLst>
            <pc:docMk/>
            <pc:sldMk cId="661938469" sldId="319"/>
            <ac:picMk id="7" creationId="{0CE3A5B4-1F39-3FFA-E10C-8DA1372983F3}"/>
          </ac:picMkLst>
        </pc:picChg>
      </pc:sldChg>
      <pc:sldChg chg="addSp delSp modSp add mod">
        <pc:chgData name="Korochkina, Maria" userId="c909cca0-0566-42e0-8dc0-791f330c8ce2" providerId="ADAL" clId="{A49F2524-3D7B-456C-8E19-AF22EAC47B72}" dt="2025-07-14T16:27:32.975" v="12102"/>
        <pc:sldMkLst>
          <pc:docMk/>
          <pc:sldMk cId="678867481" sldId="320"/>
        </pc:sldMkLst>
        <pc:spChg chg="mod">
          <ac:chgData name="Korochkina, Maria" userId="c909cca0-0566-42e0-8dc0-791f330c8ce2" providerId="ADAL" clId="{A49F2524-3D7B-456C-8E19-AF22EAC47B72}" dt="2025-07-14T12:16:56.169" v="10517" actId="14100"/>
          <ac:spMkLst>
            <pc:docMk/>
            <pc:sldMk cId="678867481" sldId="320"/>
            <ac:spMk id="8" creationId="{44B5BF8D-9D53-F5AB-EFC1-0E1BA2686603}"/>
          </ac:spMkLst>
        </pc:spChg>
        <pc:picChg chg="add mod">
          <ac:chgData name="Korochkina, Maria" userId="c909cca0-0566-42e0-8dc0-791f330c8ce2" providerId="ADAL" clId="{A49F2524-3D7B-456C-8E19-AF22EAC47B72}" dt="2025-07-14T12:17:07.779" v="10518" actId="1076"/>
          <ac:picMkLst>
            <pc:docMk/>
            <pc:sldMk cId="678867481" sldId="320"/>
            <ac:picMk id="5" creationId="{03C65D24-F700-BFC5-5893-341E5573562E}"/>
          </ac:picMkLst>
        </pc:picChg>
        <pc:picChg chg="add mod">
          <ac:chgData name="Korochkina, Maria" userId="c909cca0-0566-42e0-8dc0-791f330c8ce2" providerId="ADAL" clId="{A49F2524-3D7B-456C-8E19-AF22EAC47B72}" dt="2025-07-14T16:27:32.975" v="12102"/>
          <ac:picMkLst>
            <pc:docMk/>
            <pc:sldMk cId="678867481" sldId="320"/>
            <ac:picMk id="6" creationId="{C6F727E7-1629-83CC-8AA7-37DBA3BB7EC2}"/>
          </ac:picMkLst>
        </pc:picChg>
      </pc:sldChg>
      <pc:sldChg chg="addSp delSp modSp add mod">
        <pc:chgData name="Korochkina, Maria" userId="c909cca0-0566-42e0-8dc0-791f330c8ce2" providerId="ADAL" clId="{A49F2524-3D7B-456C-8E19-AF22EAC47B72}" dt="2025-07-14T16:27:24.868" v="12098"/>
        <pc:sldMkLst>
          <pc:docMk/>
          <pc:sldMk cId="4066060077" sldId="321"/>
        </pc:sldMkLst>
        <pc:spChg chg="add mod">
          <ac:chgData name="Korochkina, Maria" userId="c909cca0-0566-42e0-8dc0-791f330c8ce2" providerId="ADAL" clId="{A49F2524-3D7B-456C-8E19-AF22EAC47B72}" dt="2025-07-14T12:19:34.183" v="10620"/>
          <ac:spMkLst>
            <pc:docMk/>
            <pc:sldMk cId="4066060077" sldId="321"/>
            <ac:spMk id="4" creationId="{81D853F5-8B65-9C30-8D2F-B696DB1CDC4A}"/>
          </ac:spMkLst>
        </pc:spChg>
        <pc:spChg chg="add mod">
          <ac:chgData name="Korochkina, Maria" userId="c909cca0-0566-42e0-8dc0-791f330c8ce2" providerId="ADAL" clId="{A49F2524-3D7B-456C-8E19-AF22EAC47B72}" dt="2025-07-14T12:19:57.866" v="10636" actId="1035"/>
          <ac:spMkLst>
            <pc:docMk/>
            <pc:sldMk cId="4066060077" sldId="321"/>
            <ac:spMk id="6" creationId="{138F4702-BEE9-FE4A-BE22-8D277ECB72BF}"/>
          </ac:spMkLst>
        </pc:spChg>
        <pc:spChg chg="add mod">
          <ac:chgData name="Korochkina, Maria" userId="c909cca0-0566-42e0-8dc0-791f330c8ce2" providerId="ADAL" clId="{A49F2524-3D7B-456C-8E19-AF22EAC47B72}" dt="2025-07-14T12:20:37.620" v="10663" actId="1036"/>
          <ac:spMkLst>
            <pc:docMk/>
            <pc:sldMk cId="4066060077" sldId="321"/>
            <ac:spMk id="7" creationId="{E3E640B5-F50F-D127-4747-7F0797D7F388}"/>
          </ac:spMkLst>
        </pc:spChg>
        <pc:picChg chg="add mod">
          <ac:chgData name="Korochkina, Maria" userId="c909cca0-0566-42e0-8dc0-791f330c8ce2" providerId="ADAL" clId="{A49F2524-3D7B-456C-8E19-AF22EAC47B72}" dt="2025-07-14T12:19:34.183" v="10620"/>
          <ac:picMkLst>
            <pc:docMk/>
            <pc:sldMk cId="4066060077" sldId="321"/>
            <ac:picMk id="5" creationId="{0A59C425-232F-AA72-4B1A-7103CCF721A0}"/>
          </ac:picMkLst>
        </pc:picChg>
        <pc:picChg chg="add mod">
          <ac:chgData name="Korochkina, Maria" userId="c909cca0-0566-42e0-8dc0-791f330c8ce2" providerId="ADAL" clId="{A49F2524-3D7B-456C-8E19-AF22EAC47B72}" dt="2025-07-14T16:27:24.868" v="12098"/>
          <ac:picMkLst>
            <pc:docMk/>
            <pc:sldMk cId="4066060077" sldId="321"/>
            <ac:picMk id="9" creationId="{0343D7A0-B5A4-75F2-0D29-AD5A54BEDFC7}"/>
          </ac:picMkLst>
        </pc:picChg>
      </pc:sldChg>
      <pc:sldChg chg="addSp delSp modSp add mod">
        <pc:chgData name="Korochkina, Maria" userId="c909cca0-0566-42e0-8dc0-791f330c8ce2" providerId="ADAL" clId="{A49F2524-3D7B-456C-8E19-AF22EAC47B72}" dt="2025-07-14T16:27:21.215" v="12096"/>
        <pc:sldMkLst>
          <pc:docMk/>
          <pc:sldMk cId="3033027348" sldId="322"/>
        </pc:sldMkLst>
        <pc:spChg chg="add mod">
          <ac:chgData name="Korochkina, Maria" userId="c909cca0-0566-42e0-8dc0-791f330c8ce2" providerId="ADAL" clId="{A49F2524-3D7B-456C-8E19-AF22EAC47B72}" dt="2025-07-14T12:20:59.429" v="10665"/>
          <ac:spMkLst>
            <pc:docMk/>
            <pc:sldMk cId="3033027348" sldId="322"/>
            <ac:spMk id="4" creationId="{76D7B2D2-64AC-D99A-1E5E-9B0C716E3332}"/>
          </ac:spMkLst>
        </pc:spChg>
        <pc:spChg chg="add mod">
          <ac:chgData name="Korochkina, Maria" userId="c909cca0-0566-42e0-8dc0-791f330c8ce2" providerId="ADAL" clId="{A49F2524-3D7B-456C-8E19-AF22EAC47B72}" dt="2025-07-14T12:21:13.297" v="10687" actId="1036"/>
          <ac:spMkLst>
            <pc:docMk/>
            <pc:sldMk cId="3033027348" sldId="322"/>
            <ac:spMk id="6" creationId="{658D8CB8-134F-BF47-7F2C-C23871BDAA19}"/>
          </ac:spMkLst>
        </pc:spChg>
        <pc:spChg chg="add mod">
          <ac:chgData name="Korochkina, Maria" userId="c909cca0-0566-42e0-8dc0-791f330c8ce2" providerId="ADAL" clId="{A49F2524-3D7B-456C-8E19-AF22EAC47B72}" dt="2025-07-14T12:21:32.777" v="10714" actId="1036"/>
          <ac:spMkLst>
            <pc:docMk/>
            <pc:sldMk cId="3033027348" sldId="322"/>
            <ac:spMk id="7" creationId="{7E26AEB6-E03F-B6DD-3F8D-812B6CC6F23D}"/>
          </ac:spMkLst>
        </pc:spChg>
        <pc:picChg chg="add mod">
          <ac:chgData name="Korochkina, Maria" userId="c909cca0-0566-42e0-8dc0-791f330c8ce2" providerId="ADAL" clId="{A49F2524-3D7B-456C-8E19-AF22EAC47B72}" dt="2025-07-14T12:20:59.429" v="10665"/>
          <ac:picMkLst>
            <pc:docMk/>
            <pc:sldMk cId="3033027348" sldId="322"/>
            <ac:picMk id="5" creationId="{2EB7FFB0-201C-5716-F781-28071B5036AA}"/>
          </ac:picMkLst>
        </pc:picChg>
        <pc:picChg chg="add mod">
          <ac:chgData name="Korochkina, Maria" userId="c909cca0-0566-42e0-8dc0-791f330c8ce2" providerId="ADAL" clId="{A49F2524-3D7B-456C-8E19-AF22EAC47B72}" dt="2025-07-14T16:27:21.215" v="12096"/>
          <ac:picMkLst>
            <pc:docMk/>
            <pc:sldMk cId="3033027348" sldId="322"/>
            <ac:picMk id="9" creationId="{24E3DCC7-4910-1DC9-863B-053C83CF6861}"/>
          </ac:picMkLst>
        </pc:picChg>
      </pc:sldChg>
      <pc:sldChg chg="delSp add del mod">
        <pc:chgData name="Korochkina, Maria" userId="c909cca0-0566-42e0-8dc0-791f330c8ce2" providerId="ADAL" clId="{A49F2524-3D7B-456C-8E19-AF22EAC47B72}" dt="2025-07-03T16:31:56.951" v="8787" actId="47"/>
        <pc:sldMkLst>
          <pc:docMk/>
          <pc:sldMk cId="2904670108" sldId="323"/>
        </pc:sldMkLst>
      </pc:sldChg>
      <pc:sldChg chg="addSp delSp modSp new del mod">
        <pc:chgData name="Korochkina, Maria" userId="c909cca0-0566-42e0-8dc0-791f330c8ce2" providerId="ADAL" clId="{A49F2524-3D7B-456C-8E19-AF22EAC47B72}" dt="2025-07-14T16:28:01.048" v="12105" actId="47"/>
        <pc:sldMkLst>
          <pc:docMk/>
          <pc:sldMk cId="380603718" sldId="324"/>
        </pc:sldMkLst>
      </pc:sldChg>
      <pc:sldChg chg="addSp delSp modSp new del mod ord">
        <pc:chgData name="Korochkina, Maria" userId="c909cca0-0566-42e0-8dc0-791f330c8ce2" providerId="ADAL" clId="{A49F2524-3D7B-456C-8E19-AF22EAC47B72}" dt="2025-07-14T16:36:52.235" v="12198" actId="47"/>
        <pc:sldMkLst>
          <pc:docMk/>
          <pc:sldMk cId="4148303074" sldId="325"/>
        </pc:sldMkLst>
      </pc:sldChg>
      <pc:sldChg chg="addSp modSp new mod modNotesTx">
        <pc:chgData name="Korochkina, Maria" userId="c909cca0-0566-42e0-8dc0-791f330c8ce2" providerId="ADAL" clId="{A49F2524-3D7B-456C-8E19-AF22EAC47B72}" dt="2025-07-14T16:33:01.705" v="12188" actId="113"/>
        <pc:sldMkLst>
          <pc:docMk/>
          <pc:sldMk cId="3695729567" sldId="326"/>
        </pc:sldMkLst>
        <pc:spChg chg="mod">
          <ac:chgData name="Korochkina, Maria" userId="c909cca0-0566-42e0-8dc0-791f330c8ce2" providerId="ADAL" clId="{A49F2524-3D7B-456C-8E19-AF22EAC47B72}" dt="2025-07-14T12:25:00.809" v="10818" actId="20577"/>
          <ac:spMkLst>
            <pc:docMk/>
            <pc:sldMk cId="3695729567" sldId="326"/>
            <ac:spMk id="2" creationId="{05C56349-704B-2505-07C2-9C4E07C06066}"/>
          </ac:spMkLst>
        </pc:spChg>
        <pc:spChg chg="mod">
          <ac:chgData name="Korochkina, Maria" userId="c909cca0-0566-42e0-8dc0-791f330c8ce2" providerId="ADAL" clId="{A49F2524-3D7B-456C-8E19-AF22EAC47B72}" dt="2025-07-14T16:33:01.705" v="12188" actId="113"/>
          <ac:spMkLst>
            <pc:docMk/>
            <pc:sldMk cId="3695729567" sldId="326"/>
            <ac:spMk id="3" creationId="{BECB220C-3D77-D47B-2376-81E9507C97E2}"/>
          </ac:spMkLst>
        </pc:spChg>
        <pc:spChg chg="add mod">
          <ac:chgData name="Korochkina, Maria" userId="c909cca0-0566-42e0-8dc0-791f330c8ce2" providerId="ADAL" clId="{A49F2524-3D7B-456C-8E19-AF22EAC47B72}" dt="2025-07-14T12:31:52.162" v="11091" actId="20577"/>
          <ac:spMkLst>
            <pc:docMk/>
            <pc:sldMk cId="3695729567" sldId="326"/>
            <ac:spMk id="5" creationId="{3FF09330-DA60-EEB6-2D23-99FBE7F3332C}"/>
          </ac:spMkLst>
        </pc:spChg>
        <pc:picChg chg="add mod">
          <ac:chgData name="Korochkina, Maria" userId="c909cca0-0566-42e0-8dc0-791f330c8ce2" providerId="ADAL" clId="{A49F2524-3D7B-456C-8E19-AF22EAC47B72}" dt="2025-07-08T10:44:22.206" v="9684"/>
          <ac:picMkLst>
            <pc:docMk/>
            <pc:sldMk cId="3695729567" sldId="326"/>
            <ac:picMk id="4" creationId="{CABD6720-69B4-7F2A-11EF-298815EB4F49}"/>
          </ac:picMkLst>
        </pc:picChg>
        <pc:picChg chg="add mod">
          <ac:chgData name="Korochkina, Maria" userId="c909cca0-0566-42e0-8dc0-791f330c8ce2" providerId="ADAL" clId="{A49F2524-3D7B-456C-8E19-AF22EAC47B72}" dt="2025-07-14T12:25:11.359" v="10822" actId="1076"/>
          <ac:picMkLst>
            <pc:docMk/>
            <pc:sldMk cId="3695729567" sldId="326"/>
            <ac:picMk id="1026" creationId="{EDCF16D2-0A02-E5F7-5E64-81A771E162B7}"/>
          </ac:picMkLst>
        </pc:picChg>
      </pc:sldChg>
      <pc:sldChg chg="addSp delSp modSp new del mod">
        <pc:chgData name="Korochkina, Maria" userId="c909cca0-0566-42e0-8dc0-791f330c8ce2" providerId="ADAL" clId="{A49F2524-3D7B-456C-8E19-AF22EAC47B72}" dt="2025-07-08T10:15:28.371" v="8857" actId="47"/>
        <pc:sldMkLst>
          <pc:docMk/>
          <pc:sldMk cId="1581756905" sldId="327"/>
        </pc:sldMkLst>
      </pc:sldChg>
      <pc:sldChg chg="addSp delSp modSp add mod">
        <pc:chgData name="Korochkina, Maria" userId="c909cca0-0566-42e0-8dc0-791f330c8ce2" providerId="ADAL" clId="{A49F2524-3D7B-456C-8E19-AF22EAC47B72}" dt="2025-07-08T10:17:23.231" v="8890" actId="478"/>
        <pc:sldMkLst>
          <pc:docMk/>
          <pc:sldMk cId="1685142036" sldId="327"/>
        </pc:sldMkLst>
      </pc:sldChg>
      <pc:sldChg chg="addSp modSp add">
        <pc:chgData name="Korochkina, Maria" userId="c909cca0-0566-42e0-8dc0-791f330c8ce2" providerId="ADAL" clId="{A49F2524-3D7B-456C-8E19-AF22EAC47B72}" dt="2025-07-08T10:50:01.695" v="9755"/>
        <pc:sldMkLst>
          <pc:docMk/>
          <pc:sldMk cId="3555854093" sldId="328"/>
        </pc:sldMkLst>
        <pc:spChg chg="add mod">
          <ac:chgData name="Korochkina, Maria" userId="c909cca0-0566-42e0-8dc0-791f330c8ce2" providerId="ADAL" clId="{A49F2524-3D7B-456C-8E19-AF22EAC47B72}" dt="2025-07-08T10:50:01.695" v="9755"/>
          <ac:spMkLst>
            <pc:docMk/>
            <pc:sldMk cId="3555854093" sldId="328"/>
            <ac:spMk id="4" creationId="{65F4700F-923D-EB10-5339-A28C6A905BEB}"/>
          </ac:spMkLst>
        </pc:spChg>
      </pc:sldChg>
      <pc:sldChg chg="addSp modSp add mod">
        <pc:chgData name="Korochkina, Maria" userId="c909cca0-0566-42e0-8dc0-791f330c8ce2" providerId="ADAL" clId="{A49F2524-3D7B-456C-8E19-AF22EAC47B72}" dt="2025-07-08T10:58:02.992" v="9844" actId="1076"/>
        <pc:sldMkLst>
          <pc:docMk/>
          <pc:sldMk cId="3503171994" sldId="329"/>
        </pc:sldMkLst>
        <pc:spChg chg="add mod">
          <ac:chgData name="Korochkina, Maria" userId="c909cca0-0566-42e0-8dc0-791f330c8ce2" providerId="ADAL" clId="{A49F2524-3D7B-456C-8E19-AF22EAC47B72}" dt="2025-07-08T10:38:14.414" v="9604" actId="1037"/>
          <ac:spMkLst>
            <pc:docMk/>
            <pc:sldMk cId="3503171994" sldId="329"/>
            <ac:spMk id="5" creationId="{B6FE84B4-C2E2-79C9-2EC3-3DAF48E38EEA}"/>
          </ac:spMkLst>
        </pc:spChg>
        <pc:spChg chg="add mod">
          <ac:chgData name="Korochkina, Maria" userId="c909cca0-0566-42e0-8dc0-791f330c8ce2" providerId="ADAL" clId="{A49F2524-3D7B-456C-8E19-AF22EAC47B72}" dt="2025-07-08T10:58:02.992" v="9844" actId="1076"/>
          <ac:spMkLst>
            <pc:docMk/>
            <pc:sldMk cId="3503171994" sldId="329"/>
            <ac:spMk id="7" creationId="{16EF3F04-FE8B-BCF5-77CF-48F8C09A6C4F}"/>
          </ac:spMkLst>
        </pc:spChg>
        <pc:spChg chg="add mod">
          <ac:chgData name="Korochkina, Maria" userId="c909cca0-0566-42e0-8dc0-791f330c8ce2" providerId="ADAL" clId="{A49F2524-3D7B-456C-8E19-AF22EAC47B72}" dt="2025-07-08T10:50:05.962" v="9756"/>
          <ac:spMkLst>
            <pc:docMk/>
            <pc:sldMk cId="3503171994" sldId="329"/>
            <ac:spMk id="8" creationId="{E72D0496-F2DE-2C09-C60C-D216B7F8A44A}"/>
          </ac:spMkLst>
        </pc:spChg>
        <pc:picChg chg="add mod">
          <ac:chgData name="Korochkina, Maria" userId="c909cca0-0566-42e0-8dc0-791f330c8ce2" providerId="ADAL" clId="{A49F2524-3D7B-456C-8E19-AF22EAC47B72}" dt="2025-07-08T10:38:14.414" v="9604" actId="1037"/>
          <ac:picMkLst>
            <pc:docMk/>
            <pc:sldMk cId="3503171994" sldId="329"/>
            <ac:picMk id="4" creationId="{E54B6019-DEF8-0C9A-4F15-086F8BFC01C2}"/>
          </ac:picMkLst>
        </pc:picChg>
      </pc:sldChg>
      <pc:sldChg chg="addSp delSp modSp add mod">
        <pc:chgData name="Korochkina, Maria" userId="c909cca0-0566-42e0-8dc0-791f330c8ce2" providerId="ADAL" clId="{A49F2524-3D7B-456C-8E19-AF22EAC47B72}" dt="2025-07-08T10:58:12.020" v="9846"/>
        <pc:sldMkLst>
          <pc:docMk/>
          <pc:sldMk cId="2193945599" sldId="330"/>
        </pc:sldMkLst>
        <pc:spChg chg="add mod">
          <ac:chgData name="Korochkina, Maria" userId="c909cca0-0566-42e0-8dc0-791f330c8ce2" providerId="ADAL" clId="{A49F2524-3D7B-456C-8E19-AF22EAC47B72}" dt="2025-07-08T10:38:38.260" v="9606"/>
          <ac:spMkLst>
            <pc:docMk/>
            <pc:sldMk cId="2193945599" sldId="330"/>
            <ac:spMk id="28" creationId="{110E93A2-4DED-4C23-F6EE-22FB8507F2F2}"/>
          </ac:spMkLst>
        </pc:spChg>
        <pc:spChg chg="add mod">
          <ac:chgData name="Korochkina, Maria" userId="c909cca0-0566-42e0-8dc0-791f330c8ce2" providerId="ADAL" clId="{A49F2524-3D7B-456C-8E19-AF22EAC47B72}" dt="2025-07-08T10:50:08.713" v="9757"/>
          <ac:spMkLst>
            <pc:docMk/>
            <pc:sldMk cId="2193945599" sldId="330"/>
            <ac:spMk id="30" creationId="{B2342B27-E1C2-2E6F-2E7E-B8523C3924A2}"/>
          </ac:spMkLst>
        </pc:spChg>
        <pc:spChg chg="add mod">
          <ac:chgData name="Korochkina, Maria" userId="c909cca0-0566-42e0-8dc0-791f330c8ce2" providerId="ADAL" clId="{A49F2524-3D7B-456C-8E19-AF22EAC47B72}" dt="2025-07-08T10:58:12.020" v="9846"/>
          <ac:spMkLst>
            <pc:docMk/>
            <pc:sldMk cId="2193945599" sldId="330"/>
            <ac:spMk id="32" creationId="{B515510C-0670-D074-27EC-975208CAD891}"/>
          </ac:spMkLst>
        </pc:spChg>
        <pc:picChg chg="add mod">
          <ac:chgData name="Korochkina, Maria" userId="c909cca0-0566-42e0-8dc0-791f330c8ce2" providerId="ADAL" clId="{A49F2524-3D7B-456C-8E19-AF22EAC47B72}" dt="2025-07-08T10:38:38.260" v="9606"/>
          <ac:picMkLst>
            <pc:docMk/>
            <pc:sldMk cId="2193945599" sldId="330"/>
            <ac:picMk id="27" creationId="{0F268967-56B8-8B57-EBF4-45646DE802FC}"/>
          </ac:picMkLst>
        </pc:picChg>
        <pc:cxnChg chg="add mod">
          <ac:chgData name="Korochkina, Maria" userId="c909cca0-0566-42e0-8dc0-791f330c8ce2" providerId="ADAL" clId="{A49F2524-3D7B-456C-8E19-AF22EAC47B72}" dt="2025-07-08T10:25:08.483" v="9041" actId="14100"/>
          <ac:cxnSpMkLst>
            <pc:docMk/>
            <pc:sldMk cId="2193945599" sldId="330"/>
            <ac:cxnSpMk id="16" creationId="{3E74273F-F949-27F9-CDB7-6457F0E4883C}"/>
          </ac:cxnSpMkLst>
        </pc:cxnChg>
        <pc:cxnChg chg="add mod">
          <ac:chgData name="Korochkina, Maria" userId="c909cca0-0566-42e0-8dc0-791f330c8ce2" providerId="ADAL" clId="{A49F2524-3D7B-456C-8E19-AF22EAC47B72}" dt="2025-07-08T10:24:56.715" v="9040" actId="1582"/>
          <ac:cxnSpMkLst>
            <pc:docMk/>
            <pc:sldMk cId="2193945599" sldId="330"/>
            <ac:cxnSpMk id="20" creationId="{5F93EC03-D124-76D8-C499-4D7A262F0152}"/>
          </ac:cxnSpMkLst>
        </pc:cxnChg>
        <pc:cxnChg chg="add mod">
          <ac:chgData name="Korochkina, Maria" userId="c909cca0-0566-42e0-8dc0-791f330c8ce2" providerId="ADAL" clId="{A49F2524-3D7B-456C-8E19-AF22EAC47B72}" dt="2025-07-08T10:24:56.715" v="9040" actId="1582"/>
          <ac:cxnSpMkLst>
            <pc:docMk/>
            <pc:sldMk cId="2193945599" sldId="330"/>
            <ac:cxnSpMk id="23" creationId="{8FC0139B-19F4-5F56-03F5-50B87CAB2406}"/>
          </ac:cxnSpMkLst>
        </pc:cxnChg>
        <pc:cxnChg chg="add mod">
          <ac:chgData name="Korochkina, Maria" userId="c909cca0-0566-42e0-8dc0-791f330c8ce2" providerId="ADAL" clId="{A49F2524-3D7B-456C-8E19-AF22EAC47B72}" dt="2025-07-08T10:54:36.004" v="9796"/>
          <ac:cxnSpMkLst>
            <pc:docMk/>
            <pc:sldMk cId="2193945599" sldId="330"/>
            <ac:cxnSpMk id="31" creationId="{9AED1E3B-0153-9980-5E5A-82FB296BB13D}"/>
          </ac:cxnSpMkLst>
        </pc:cxnChg>
      </pc:sldChg>
      <pc:sldChg chg="addSp delSp modSp add del mod">
        <pc:chgData name="Korochkina, Maria" userId="c909cca0-0566-42e0-8dc0-791f330c8ce2" providerId="ADAL" clId="{A49F2524-3D7B-456C-8E19-AF22EAC47B72}" dt="2025-07-08T10:55:20.366" v="9819" actId="47"/>
        <pc:sldMkLst>
          <pc:docMk/>
          <pc:sldMk cId="1035551294" sldId="331"/>
        </pc:sldMkLst>
      </pc:sldChg>
      <pc:sldChg chg="addSp delSp modSp add del mod">
        <pc:chgData name="Korochkina, Maria" userId="c909cca0-0566-42e0-8dc0-791f330c8ce2" providerId="ADAL" clId="{A49F2524-3D7B-456C-8E19-AF22EAC47B72}" dt="2025-07-08T11:46:08.353" v="10103" actId="47"/>
        <pc:sldMkLst>
          <pc:docMk/>
          <pc:sldMk cId="4056499487" sldId="332"/>
        </pc:sldMkLst>
      </pc:sldChg>
      <pc:sldChg chg="modSp add del mod">
        <pc:chgData name="Korochkina, Maria" userId="c909cca0-0566-42e0-8dc0-791f330c8ce2" providerId="ADAL" clId="{A49F2524-3D7B-456C-8E19-AF22EAC47B72}" dt="2025-07-08T11:46:11.172" v="10104" actId="47"/>
        <pc:sldMkLst>
          <pc:docMk/>
          <pc:sldMk cId="41289470" sldId="333"/>
        </pc:sldMkLst>
      </pc:sldChg>
      <pc:sldChg chg="addSp modSp add mod">
        <pc:chgData name="Korochkina, Maria" userId="c909cca0-0566-42e0-8dc0-791f330c8ce2" providerId="ADAL" clId="{A49F2524-3D7B-456C-8E19-AF22EAC47B72}" dt="2025-07-08T10:51:02.513" v="9772" actId="1037"/>
        <pc:sldMkLst>
          <pc:docMk/>
          <pc:sldMk cId="1307413940" sldId="334"/>
        </pc:sldMkLst>
        <pc:spChg chg="add mod">
          <ac:chgData name="Korochkina, Maria" userId="c909cca0-0566-42e0-8dc0-791f330c8ce2" providerId="ADAL" clId="{A49F2524-3D7B-456C-8E19-AF22EAC47B72}" dt="2025-07-08T10:49:55.419" v="9754"/>
          <ac:spMkLst>
            <pc:docMk/>
            <pc:sldMk cId="1307413940" sldId="334"/>
            <ac:spMk id="3" creationId="{95F61DF6-31CD-B5F4-17FF-BF740417E5C8}"/>
          </ac:spMkLst>
        </pc:spChg>
        <pc:spChg chg="add mod">
          <ac:chgData name="Korochkina, Maria" userId="c909cca0-0566-42e0-8dc0-791f330c8ce2" providerId="ADAL" clId="{A49F2524-3D7B-456C-8E19-AF22EAC47B72}" dt="2025-07-08T10:51:02.513" v="9772" actId="1037"/>
          <ac:spMkLst>
            <pc:docMk/>
            <pc:sldMk cId="1307413940" sldId="334"/>
            <ac:spMk id="4" creationId="{D8A7C302-674D-4083-BA84-90D06EE2AC6C}"/>
          </ac:spMkLst>
        </pc:spChg>
      </pc:sldChg>
      <pc:sldChg chg="addSp delSp modSp add mod">
        <pc:chgData name="Korochkina, Maria" userId="c909cca0-0566-42e0-8dc0-791f330c8ce2" providerId="ADAL" clId="{A49F2524-3D7B-456C-8E19-AF22EAC47B72}" dt="2025-07-22T14:30:18.778" v="17260" actId="14100"/>
        <pc:sldMkLst>
          <pc:docMk/>
          <pc:sldMk cId="225233815" sldId="335"/>
        </pc:sldMkLst>
        <pc:spChg chg="add mod">
          <ac:chgData name="Korochkina, Maria" userId="c909cca0-0566-42e0-8dc0-791f330c8ce2" providerId="ADAL" clId="{A49F2524-3D7B-456C-8E19-AF22EAC47B72}" dt="2025-07-22T14:30:04.524" v="17259" actId="20577"/>
          <ac:spMkLst>
            <pc:docMk/>
            <pc:sldMk cId="225233815" sldId="335"/>
            <ac:spMk id="4" creationId="{4E9097A0-E831-7088-5788-9C75FA2FF150}"/>
          </ac:spMkLst>
        </pc:spChg>
        <pc:spChg chg="add mod">
          <ac:chgData name="Korochkina, Maria" userId="c909cca0-0566-42e0-8dc0-791f330c8ce2" providerId="ADAL" clId="{A49F2524-3D7B-456C-8E19-AF22EAC47B72}" dt="2025-07-08T11:03:36.953" v="9933" actId="1076"/>
          <ac:spMkLst>
            <pc:docMk/>
            <pc:sldMk cId="225233815" sldId="335"/>
            <ac:spMk id="14" creationId="{CF2DEB27-E8E0-9562-AA5A-F7D99664D3AF}"/>
          </ac:spMkLst>
        </pc:spChg>
        <pc:spChg chg="add mod">
          <ac:chgData name="Korochkina, Maria" userId="c909cca0-0566-42e0-8dc0-791f330c8ce2" providerId="ADAL" clId="{A49F2524-3D7B-456C-8E19-AF22EAC47B72}" dt="2025-07-08T10:58:17.656" v="9848"/>
          <ac:spMkLst>
            <pc:docMk/>
            <pc:sldMk cId="225233815" sldId="335"/>
            <ac:spMk id="22" creationId="{D0264955-B42D-BBFE-1A20-A8F0B5CBAB31}"/>
          </ac:spMkLst>
        </pc:spChg>
        <pc:spChg chg="add mod">
          <ac:chgData name="Korochkina, Maria" userId="c909cca0-0566-42e0-8dc0-791f330c8ce2" providerId="ADAL" clId="{A49F2524-3D7B-456C-8E19-AF22EAC47B72}" dt="2025-07-08T11:03:59.823" v="9940" actId="1076"/>
          <ac:spMkLst>
            <pc:docMk/>
            <pc:sldMk cId="225233815" sldId="335"/>
            <ac:spMk id="31" creationId="{B61B3598-E97A-67FB-BD96-BE87422D03BF}"/>
          </ac:spMkLst>
        </pc:spChg>
        <pc:picChg chg="add mod">
          <ac:chgData name="Korochkina, Maria" userId="c909cca0-0566-42e0-8dc0-791f330c8ce2" providerId="ADAL" clId="{A49F2524-3D7B-456C-8E19-AF22EAC47B72}" dt="2025-07-08T11:04:14.209" v="9941"/>
          <ac:picMkLst>
            <pc:docMk/>
            <pc:sldMk cId="225233815" sldId="335"/>
            <ac:picMk id="32" creationId="{57DD4FDC-01E8-F893-DAB7-C69A7E3C464D}"/>
          </ac:picMkLst>
        </pc:picChg>
        <pc:cxnChg chg="add mod">
          <ac:chgData name="Korochkina, Maria" userId="c909cca0-0566-42e0-8dc0-791f330c8ce2" providerId="ADAL" clId="{A49F2524-3D7B-456C-8E19-AF22EAC47B72}" dt="2025-07-08T10:59:14.060" v="9891" actId="1076"/>
          <ac:cxnSpMkLst>
            <pc:docMk/>
            <pc:sldMk cId="225233815" sldId="335"/>
            <ac:cxnSpMk id="5" creationId="{75D3FD76-556C-4A57-5B70-9DC9ED30BE17}"/>
          </ac:cxnSpMkLst>
        </pc:cxnChg>
        <pc:cxnChg chg="add mod">
          <ac:chgData name="Korochkina, Maria" userId="c909cca0-0566-42e0-8dc0-791f330c8ce2" providerId="ADAL" clId="{A49F2524-3D7B-456C-8E19-AF22EAC47B72}" dt="2025-07-22T14:30:18.778" v="17260" actId="14100"/>
          <ac:cxnSpMkLst>
            <pc:docMk/>
            <pc:sldMk cId="225233815" sldId="335"/>
            <ac:cxnSpMk id="7" creationId="{A7B9326C-3BEE-169B-D540-0AF1E6786AE5}"/>
          </ac:cxnSpMkLst>
        </pc:cxnChg>
        <pc:cxnChg chg="mod">
          <ac:chgData name="Korochkina, Maria" userId="c909cca0-0566-42e0-8dc0-791f330c8ce2" providerId="ADAL" clId="{A49F2524-3D7B-456C-8E19-AF22EAC47B72}" dt="2025-07-08T10:54:27.284" v="9794" actId="14100"/>
          <ac:cxnSpMkLst>
            <pc:docMk/>
            <pc:sldMk cId="225233815" sldId="335"/>
            <ac:cxnSpMk id="9" creationId="{C7032A1A-ACCF-CD5F-2E48-AC0E03989A59}"/>
          </ac:cxnSpMkLst>
        </pc:cxnChg>
      </pc:sldChg>
      <pc:sldChg chg="addSp delSp modSp add mod">
        <pc:chgData name="Korochkina, Maria" userId="c909cca0-0566-42e0-8dc0-791f330c8ce2" providerId="ADAL" clId="{A49F2524-3D7B-456C-8E19-AF22EAC47B72}" dt="2025-07-22T14:33:49.884" v="17312" actId="171"/>
        <pc:sldMkLst>
          <pc:docMk/>
          <pc:sldMk cId="1216707996" sldId="336"/>
        </pc:sldMkLst>
        <pc:spChg chg="add mod ord">
          <ac:chgData name="Korochkina, Maria" userId="c909cca0-0566-42e0-8dc0-791f330c8ce2" providerId="ADAL" clId="{A49F2524-3D7B-456C-8E19-AF22EAC47B72}" dt="2025-07-22T14:33:49.884" v="17312" actId="171"/>
          <ac:spMkLst>
            <pc:docMk/>
            <pc:sldMk cId="1216707996" sldId="336"/>
            <ac:spMk id="7" creationId="{438F7C2A-FCCB-B028-B6D8-1518FA807B11}"/>
          </ac:spMkLst>
        </pc:spChg>
        <pc:spChg chg="add mod">
          <ac:chgData name="Korochkina, Maria" userId="c909cca0-0566-42e0-8dc0-791f330c8ce2" providerId="ADAL" clId="{A49F2524-3D7B-456C-8E19-AF22EAC47B72}" dt="2025-07-08T11:00:31.742" v="9903"/>
          <ac:spMkLst>
            <pc:docMk/>
            <pc:sldMk cId="1216707996" sldId="336"/>
            <ac:spMk id="24" creationId="{278B9745-C603-09AC-779D-F781130467BB}"/>
          </ac:spMkLst>
        </pc:spChg>
        <pc:spChg chg="add mod">
          <ac:chgData name="Korochkina, Maria" userId="c909cca0-0566-42e0-8dc0-791f330c8ce2" providerId="ADAL" clId="{A49F2524-3D7B-456C-8E19-AF22EAC47B72}" dt="2025-07-08T11:06:40.176" v="9951" actId="1036"/>
          <ac:spMkLst>
            <pc:docMk/>
            <pc:sldMk cId="1216707996" sldId="336"/>
            <ac:spMk id="32" creationId="{126AE76D-7FC2-03E8-B9C5-3E1E1DC99A08}"/>
          </ac:spMkLst>
        </pc:spChg>
        <pc:spChg chg="add mod">
          <ac:chgData name="Korochkina, Maria" userId="c909cca0-0566-42e0-8dc0-791f330c8ce2" providerId="ADAL" clId="{A49F2524-3D7B-456C-8E19-AF22EAC47B72}" dt="2025-07-22T14:32:20.476" v="17306" actId="14100"/>
          <ac:spMkLst>
            <pc:docMk/>
            <pc:sldMk cId="1216707996" sldId="336"/>
            <ac:spMk id="33" creationId="{84733E5C-F824-6696-BDCA-B9350234D097}"/>
          </ac:spMkLst>
        </pc:spChg>
        <pc:picChg chg="add mod">
          <ac:chgData name="Korochkina, Maria" userId="c909cca0-0566-42e0-8dc0-791f330c8ce2" providerId="ADAL" clId="{A49F2524-3D7B-456C-8E19-AF22EAC47B72}" dt="2025-07-22T14:31:48.522" v="17303"/>
          <ac:picMkLst>
            <pc:docMk/>
            <pc:sldMk cId="1216707996" sldId="336"/>
            <ac:picMk id="10" creationId="{5974AB69-1BAD-E0D3-E4AD-D4587EA2791F}"/>
          </ac:picMkLst>
        </pc:picChg>
        <pc:cxnChg chg="add mod">
          <ac:chgData name="Korochkina, Maria" userId="c909cca0-0566-42e0-8dc0-791f330c8ce2" providerId="ADAL" clId="{A49F2524-3D7B-456C-8E19-AF22EAC47B72}" dt="2025-07-22T14:31:48.522" v="17303"/>
          <ac:cxnSpMkLst>
            <pc:docMk/>
            <pc:sldMk cId="1216707996" sldId="336"/>
            <ac:cxnSpMk id="8" creationId="{52EF2EBC-A361-82A3-0645-FB3CC41F2002}"/>
          </ac:cxnSpMkLst>
        </pc:cxnChg>
        <pc:cxnChg chg="add mod">
          <ac:chgData name="Korochkina, Maria" userId="c909cca0-0566-42e0-8dc0-791f330c8ce2" providerId="ADAL" clId="{A49F2524-3D7B-456C-8E19-AF22EAC47B72}" dt="2025-07-08T11:01:20.071" v="9910"/>
          <ac:cxnSpMkLst>
            <pc:docMk/>
            <pc:sldMk cId="1216707996" sldId="336"/>
            <ac:cxnSpMk id="26" creationId="{80758EF9-3780-D652-E2B1-F4381DCEA331}"/>
          </ac:cxnSpMkLst>
        </pc:cxnChg>
      </pc:sldChg>
      <pc:sldChg chg="delSp add mod">
        <pc:chgData name="Korochkina, Maria" userId="c909cca0-0566-42e0-8dc0-791f330c8ce2" providerId="ADAL" clId="{A49F2524-3D7B-456C-8E19-AF22EAC47B72}" dt="2025-07-08T11:06:27.346" v="9949" actId="478"/>
        <pc:sldMkLst>
          <pc:docMk/>
          <pc:sldMk cId="3104727579" sldId="337"/>
        </pc:sldMkLst>
      </pc:sldChg>
      <pc:sldChg chg="delSp add del mod">
        <pc:chgData name="Korochkina, Maria" userId="c909cca0-0566-42e0-8dc0-791f330c8ce2" providerId="ADAL" clId="{A49F2524-3D7B-456C-8E19-AF22EAC47B72}" dt="2025-07-08T11:05:48.257" v="9947" actId="47"/>
        <pc:sldMkLst>
          <pc:docMk/>
          <pc:sldMk cId="3831973145" sldId="337"/>
        </pc:sldMkLst>
      </pc:sldChg>
      <pc:sldChg chg="modSp add mod">
        <pc:chgData name="Korochkina, Maria" userId="c909cca0-0566-42e0-8dc0-791f330c8ce2" providerId="ADAL" clId="{A49F2524-3D7B-456C-8E19-AF22EAC47B72}" dt="2025-07-08T11:10:01.002" v="10032" actId="20577"/>
        <pc:sldMkLst>
          <pc:docMk/>
          <pc:sldMk cId="1854932091" sldId="338"/>
        </pc:sldMkLst>
        <pc:spChg chg="mod">
          <ac:chgData name="Korochkina, Maria" userId="c909cca0-0566-42e0-8dc0-791f330c8ce2" providerId="ADAL" clId="{A49F2524-3D7B-456C-8E19-AF22EAC47B72}" dt="2025-07-08T11:07:13.138" v="9974" actId="20577"/>
          <ac:spMkLst>
            <pc:docMk/>
            <pc:sldMk cId="1854932091" sldId="338"/>
            <ac:spMk id="2" creationId="{C17E0FBB-13BA-6FA4-B91D-2A2A4AE5842B}"/>
          </ac:spMkLst>
        </pc:spChg>
        <pc:spChg chg="mod">
          <ac:chgData name="Korochkina, Maria" userId="c909cca0-0566-42e0-8dc0-791f330c8ce2" providerId="ADAL" clId="{A49F2524-3D7B-456C-8E19-AF22EAC47B72}" dt="2025-07-08T11:10:01.002" v="10032" actId="20577"/>
          <ac:spMkLst>
            <pc:docMk/>
            <pc:sldMk cId="1854932091" sldId="338"/>
            <ac:spMk id="3" creationId="{B4888DA3-45A6-6225-AF22-5ED24640D9CA}"/>
          </ac:spMkLst>
        </pc:spChg>
      </pc:sldChg>
      <pc:sldChg chg="addSp delSp modSp add mod">
        <pc:chgData name="Korochkina, Maria" userId="c909cca0-0566-42e0-8dc0-791f330c8ce2" providerId="ADAL" clId="{A49F2524-3D7B-456C-8E19-AF22EAC47B72}" dt="2025-07-22T14:33:13.197" v="17308"/>
        <pc:sldMkLst>
          <pc:docMk/>
          <pc:sldMk cId="2300755421" sldId="339"/>
        </pc:sldMkLst>
        <pc:spChg chg="add mod">
          <ac:chgData name="Korochkina, Maria" userId="c909cca0-0566-42e0-8dc0-791f330c8ce2" providerId="ADAL" clId="{A49F2524-3D7B-456C-8E19-AF22EAC47B72}" dt="2025-07-22T14:33:13.197" v="17308"/>
          <ac:spMkLst>
            <pc:docMk/>
            <pc:sldMk cId="2300755421" sldId="339"/>
            <ac:spMk id="3" creationId="{9D1CC08A-7C49-C968-99CD-3977248A01D3}"/>
          </ac:spMkLst>
        </pc:spChg>
        <pc:picChg chg="add mod">
          <ac:chgData name="Korochkina, Maria" userId="c909cca0-0566-42e0-8dc0-791f330c8ce2" providerId="ADAL" clId="{A49F2524-3D7B-456C-8E19-AF22EAC47B72}" dt="2025-07-22T14:33:13.197" v="17308"/>
          <ac:picMkLst>
            <pc:docMk/>
            <pc:sldMk cId="2300755421" sldId="339"/>
            <ac:picMk id="5" creationId="{0CAA0048-63DD-CBA8-F22C-EC5078AB1138}"/>
          </ac:picMkLst>
        </pc:picChg>
        <pc:cxnChg chg="add mod">
          <ac:chgData name="Korochkina, Maria" userId="c909cca0-0566-42e0-8dc0-791f330c8ce2" providerId="ADAL" clId="{A49F2524-3D7B-456C-8E19-AF22EAC47B72}" dt="2025-07-22T14:33:13.197" v="17308"/>
          <ac:cxnSpMkLst>
            <pc:docMk/>
            <pc:sldMk cId="2300755421" sldId="339"/>
            <ac:cxnSpMk id="4" creationId="{0434DD64-145C-7AA3-D0E8-409BFBCC5D04}"/>
          </ac:cxnSpMkLst>
        </pc:cxnChg>
      </pc:sldChg>
      <pc:sldChg chg="addSp delSp modSp add mod">
        <pc:chgData name="Korochkina, Maria" userId="c909cca0-0566-42e0-8dc0-791f330c8ce2" providerId="ADAL" clId="{A49F2524-3D7B-456C-8E19-AF22EAC47B72}" dt="2025-07-22T14:34:02.312" v="17313"/>
        <pc:sldMkLst>
          <pc:docMk/>
          <pc:sldMk cId="917465093" sldId="340"/>
        </pc:sldMkLst>
        <pc:spChg chg="add mod">
          <ac:chgData name="Korochkina, Maria" userId="c909cca0-0566-42e0-8dc0-791f330c8ce2" providerId="ADAL" clId="{A49F2524-3D7B-456C-8E19-AF22EAC47B72}" dt="2025-07-22T14:33:24.849" v="17311"/>
          <ac:spMkLst>
            <pc:docMk/>
            <pc:sldMk cId="917465093" sldId="340"/>
            <ac:spMk id="3" creationId="{A36A6FCD-5B45-B3EE-BB1A-77C98034E46F}"/>
          </ac:spMkLst>
        </pc:spChg>
        <pc:spChg chg="add mod">
          <ac:chgData name="Korochkina, Maria" userId="c909cca0-0566-42e0-8dc0-791f330c8ce2" providerId="ADAL" clId="{A49F2524-3D7B-456C-8E19-AF22EAC47B72}" dt="2025-07-22T14:34:02.312" v="17313"/>
          <ac:spMkLst>
            <pc:docMk/>
            <pc:sldMk cId="917465093" sldId="340"/>
            <ac:spMk id="7" creationId="{80F459ED-6C65-E9F8-6CC5-4301051ECBB0}"/>
          </ac:spMkLst>
        </pc:spChg>
        <pc:picChg chg="add mod">
          <ac:chgData name="Korochkina, Maria" userId="c909cca0-0566-42e0-8dc0-791f330c8ce2" providerId="ADAL" clId="{A49F2524-3D7B-456C-8E19-AF22EAC47B72}" dt="2025-07-22T14:33:24.849" v="17311"/>
          <ac:picMkLst>
            <pc:docMk/>
            <pc:sldMk cId="917465093" sldId="340"/>
            <ac:picMk id="5" creationId="{10E8B685-51B4-D84E-24F7-CFC6C02942C6}"/>
          </ac:picMkLst>
        </pc:picChg>
        <pc:cxnChg chg="add mod">
          <ac:chgData name="Korochkina, Maria" userId="c909cca0-0566-42e0-8dc0-791f330c8ce2" providerId="ADAL" clId="{A49F2524-3D7B-456C-8E19-AF22EAC47B72}" dt="2025-07-22T14:33:24.849" v="17311"/>
          <ac:cxnSpMkLst>
            <pc:docMk/>
            <pc:sldMk cId="917465093" sldId="340"/>
            <ac:cxnSpMk id="4" creationId="{FCBD74DF-D62B-28CC-713A-6E3044BCD1C1}"/>
          </ac:cxnSpMkLst>
        </pc:cxnChg>
      </pc:sldChg>
      <pc:sldChg chg="addSp delSp modSp new del mod modNotesTx">
        <pc:chgData name="Korochkina, Maria" userId="c909cca0-0566-42e0-8dc0-791f330c8ce2" providerId="ADAL" clId="{A49F2524-3D7B-456C-8E19-AF22EAC47B72}" dt="2025-07-14T12:49:07.583" v="11527" actId="47"/>
        <pc:sldMkLst>
          <pc:docMk/>
          <pc:sldMk cId="368228699" sldId="341"/>
        </pc:sldMkLst>
      </pc:sldChg>
      <pc:sldChg chg="addSp delSp modSp add mod modNotesTx">
        <pc:chgData name="Korochkina, Maria" userId="c909cca0-0566-42e0-8dc0-791f330c8ce2" providerId="ADAL" clId="{A49F2524-3D7B-456C-8E19-AF22EAC47B72}" dt="2025-07-14T16:27:01.189" v="12090"/>
        <pc:sldMkLst>
          <pc:docMk/>
          <pc:sldMk cId="2974520025" sldId="342"/>
        </pc:sldMkLst>
        <pc:spChg chg="add mod">
          <ac:chgData name="Korochkina, Maria" userId="c909cca0-0566-42e0-8dc0-791f330c8ce2" providerId="ADAL" clId="{A49F2524-3D7B-456C-8E19-AF22EAC47B72}" dt="2025-07-14T12:52:28.876" v="11598"/>
          <ac:spMkLst>
            <pc:docMk/>
            <pc:sldMk cId="2974520025" sldId="342"/>
            <ac:spMk id="11" creationId="{D45EE7C2-257F-54B0-5CA8-1E27A1E277D0}"/>
          </ac:spMkLst>
        </pc:spChg>
        <pc:picChg chg="add mod">
          <ac:chgData name="Korochkina, Maria" userId="c909cca0-0566-42e0-8dc0-791f330c8ce2" providerId="ADAL" clId="{A49F2524-3D7B-456C-8E19-AF22EAC47B72}" dt="2025-07-14T12:52:28.876" v="11598"/>
          <ac:picMkLst>
            <pc:docMk/>
            <pc:sldMk cId="2974520025" sldId="342"/>
            <ac:picMk id="10" creationId="{2C90A826-0238-004B-A40A-9F37A709823F}"/>
          </ac:picMkLst>
        </pc:picChg>
        <pc:picChg chg="add mod">
          <ac:chgData name="Korochkina, Maria" userId="c909cca0-0566-42e0-8dc0-791f330c8ce2" providerId="ADAL" clId="{A49F2524-3D7B-456C-8E19-AF22EAC47B72}" dt="2025-07-14T16:27:01.189" v="12090"/>
          <ac:picMkLst>
            <pc:docMk/>
            <pc:sldMk cId="2974520025" sldId="342"/>
            <ac:picMk id="12" creationId="{6C4B2182-5CB8-7F35-9F0B-55F46BAAACE4}"/>
          </ac:picMkLst>
        </pc:picChg>
      </pc:sldChg>
      <pc:sldChg chg="addSp delSp modSp add mod modNotesTx">
        <pc:chgData name="Korochkina, Maria" userId="c909cca0-0566-42e0-8dc0-791f330c8ce2" providerId="ADAL" clId="{A49F2524-3D7B-456C-8E19-AF22EAC47B72}" dt="2025-07-14T16:26:58.896" v="12089"/>
        <pc:sldMkLst>
          <pc:docMk/>
          <pc:sldMk cId="4186190494" sldId="343"/>
        </pc:sldMkLst>
        <pc:spChg chg="add mod">
          <ac:chgData name="Korochkina, Maria" userId="c909cca0-0566-42e0-8dc0-791f330c8ce2" providerId="ADAL" clId="{A49F2524-3D7B-456C-8E19-AF22EAC47B72}" dt="2025-07-14T12:52:40.724" v="11599" actId="14100"/>
          <ac:spMkLst>
            <pc:docMk/>
            <pc:sldMk cId="4186190494" sldId="343"/>
            <ac:spMk id="4" creationId="{61B98E50-801B-0C29-4B3E-E941E5FBB471}"/>
          </ac:spMkLst>
        </pc:spChg>
        <pc:spChg chg="add mod">
          <ac:chgData name="Korochkina, Maria" userId="c909cca0-0566-42e0-8dc0-791f330c8ce2" providerId="ADAL" clId="{A49F2524-3D7B-456C-8E19-AF22EAC47B72}" dt="2025-07-14T12:52:17.690" v="11585"/>
          <ac:spMkLst>
            <pc:docMk/>
            <pc:sldMk cId="4186190494" sldId="343"/>
            <ac:spMk id="11" creationId="{2500764B-4920-1B20-AAC3-9E35083729CD}"/>
          </ac:spMkLst>
        </pc:spChg>
        <pc:picChg chg="add mod">
          <ac:chgData name="Korochkina, Maria" userId="c909cca0-0566-42e0-8dc0-791f330c8ce2" providerId="ADAL" clId="{A49F2524-3D7B-456C-8E19-AF22EAC47B72}" dt="2025-07-14T12:52:17.690" v="11585"/>
          <ac:picMkLst>
            <pc:docMk/>
            <pc:sldMk cId="4186190494" sldId="343"/>
            <ac:picMk id="10" creationId="{A0A73642-8724-C7C1-5E47-841F499A375F}"/>
          </ac:picMkLst>
        </pc:picChg>
        <pc:picChg chg="add mod">
          <ac:chgData name="Korochkina, Maria" userId="c909cca0-0566-42e0-8dc0-791f330c8ce2" providerId="ADAL" clId="{A49F2524-3D7B-456C-8E19-AF22EAC47B72}" dt="2025-07-14T16:26:58.896" v="12089"/>
          <ac:picMkLst>
            <pc:docMk/>
            <pc:sldMk cId="4186190494" sldId="343"/>
            <ac:picMk id="12" creationId="{C3C4E8C0-57A5-B010-BE7F-D670FD783D17}"/>
          </ac:picMkLst>
        </pc:picChg>
      </pc:sldChg>
      <pc:sldChg chg="addSp delSp modSp add mod modNotesTx">
        <pc:chgData name="Korochkina, Maria" userId="c909cca0-0566-42e0-8dc0-791f330c8ce2" providerId="ADAL" clId="{A49F2524-3D7B-456C-8E19-AF22EAC47B72}" dt="2025-07-14T16:26:57.135" v="12088"/>
        <pc:sldMkLst>
          <pc:docMk/>
          <pc:sldMk cId="3884915721" sldId="344"/>
        </pc:sldMkLst>
        <pc:spChg chg="add mod">
          <ac:chgData name="Korochkina, Maria" userId="c909cca0-0566-42e0-8dc0-791f330c8ce2" providerId="ADAL" clId="{A49F2524-3D7B-456C-8E19-AF22EAC47B72}" dt="2025-07-14T12:52:10.042" v="11583" actId="1035"/>
          <ac:spMkLst>
            <pc:docMk/>
            <pc:sldMk cId="3884915721" sldId="344"/>
            <ac:spMk id="4" creationId="{D07778CC-EBD1-E97A-D80B-D6695C36CD6E}"/>
          </ac:spMkLst>
        </pc:spChg>
        <pc:spChg chg="add mod">
          <ac:chgData name="Korochkina, Maria" userId="c909cca0-0566-42e0-8dc0-791f330c8ce2" providerId="ADAL" clId="{A49F2524-3D7B-456C-8E19-AF22EAC47B72}" dt="2025-07-14T12:52:00.565" v="11570"/>
          <ac:spMkLst>
            <pc:docMk/>
            <pc:sldMk cId="3884915721" sldId="344"/>
            <ac:spMk id="11" creationId="{D5FD5CBB-64B3-650A-3A0B-AA0A91C17F38}"/>
          </ac:spMkLst>
        </pc:spChg>
        <pc:picChg chg="add mod">
          <ac:chgData name="Korochkina, Maria" userId="c909cca0-0566-42e0-8dc0-791f330c8ce2" providerId="ADAL" clId="{A49F2524-3D7B-456C-8E19-AF22EAC47B72}" dt="2025-07-14T12:52:05.395" v="11571" actId="167"/>
          <ac:picMkLst>
            <pc:docMk/>
            <pc:sldMk cId="3884915721" sldId="344"/>
            <ac:picMk id="10" creationId="{420456E9-57F6-71CF-F0AE-AD813B34040B}"/>
          </ac:picMkLst>
        </pc:picChg>
        <pc:picChg chg="add mod">
          <ac:chgData name="Korochkina, Maria" userId="c909cca0-0566-42e0-8dc0-791f330c8ce2" providerId="ADAL" clId="{A49F2524-3D7B-456C-8E19-AF22EAC47B72}" dt="2025-07-14T16:26:57.135" v="12088"/>
          <ac:picMkLst>
            <pc:docMk/>
            <pc:sldMk cId="3884915721" sldId="344"/>
            <ac:picMk id="12" creationId="{20A5A7BD-6FA7-F682-F878-D85EED8B62BE}"/>
          </ac:picMkLst>
        </pc:picChg>
      </pc:sldChg>
      <pc:sldChg chg="addSp delSp modSp add mod modNotesTx">
        <pc:chgData name="Korochkina, Maria" userId="c909cca0-0566-42e0-8dc0-791f330c8ce2" providerId="ADAL" clId="{A49F2524-3D7B-456C-8E19-AF22EAC47B72}" dt="2025-07-14T16:26:46.598" v="12083"/>
        <pc:sldMkLst>
          <pc:docMk/>
          <pc:sldMk cId="3744565846" sldId="345"/>
        </pc:sldMkLst>
        <pc:spChg chg="add mod">
          <ac:chgData name="Korochkina, Maria" userId="c909cca0-0566-42e0-8dc0-791f330c8ce2" providerId="ADAL" clId="{A49F2524-3D7B-456C-8E19-AF22EAC47B72}" dt="2025-07-14T12:49:34.188" v="11530" actId="207"/>
          <ac:spMkLst>
            <pc:docMk/>
            <pc:sldMk cId="3744565846" sldId="345"/>
            <ac:spMk id="9" creationId="{19CD9DE1-D497-6266-4B10-16DDDBB41A0C}"/>
          </ac:spMkLst>
        </pc:spChg>
        <pc:picChg chg="add mod">
          <ac:chgData name="Korochkina, Maria" userId="c909cca0-0566-42e0-8dc0-791f330c8ce2" providerId="ADAL" clId="{A49F2524-3D7B-456C-8E19-AF22EAC47B72}" dt="2025-07-14T12:49:28.081" v="11529"/>
          <ac:picMkLst>
            <pc:docMk/>
            <pc:sldMk cId="3744565846" sldId="345"/>
            <ac:picMk id="10" creationId="{C39CB206-570C-550B-A7E7-5B6442564B61}"/>
          </ac:picMkLst>
        </pc:picChg>
        <pc:picChg chg="add mod">
          <ac:chgData name="Korochkina, Maria" userId="c909cca0-0566-42e0-8dc0-791f330c8ce2" providerId="ADAL" clId="{A49F2524-3D7B-456C-8E19-AF22EAC47B72}" dt="2025-07-14T16:26:46.598" v="12083"/>
          <ac:picMkLst>
            <pc:docMk/>
            <pc:sldMk cId="3744565846" sldId="345"/>
            <ac:picMk id="11" creationId="{DAF80B20-953A-B852-6611-8D66C68CFB35}"/>
          </ac:picMkLst>
        </pc:picChg>
      </pc:sldChg>
      <pc:sldChg chg="addSp delSp modSp add mod modNotesTx">
        <pc:chgData name="Korochkina, Maria" userId="c909cca0-0566-42e0-8dc0-791f330c8ce2" providerId="ADAL" clId="{A49F2524-3D7B-456C-8E19-AF22EAC47B72}" dt="2025-07-14T16:26:55.008" v="12087"/>
        <pc:sldMkLst>
          <pc:docMk/>
          <pc:sldMk cId="878893150" sldId="346"/>
        </pc:sldMkLst>
        <pc:spChg chg="add mod">
          <ac:chgData name="Korochkina, Maria" userId="c909cca0-0566-42e0-8dc0-791f330c8ce2" providerId="ADAL" clId="{A49F2524-3D7B-456C-8E19-AF22EAC47B72}" dt="2025-07-14T12:51:51.284" v="11568" actId="1076"/>
          <ac:spMkLst>
            <pc:docMk/>
            <pc:sldMk cId="878893150" sldId="346"/>
            <ac:spMk id="4" creationId="{06657EAB-B116-D9EB-62CE-CE5E5483CE4E}"/>
          </ac:spMkLst>
        </pc:spChg>
        <pc:spChg chg="add mod">
          <ac:chgData name="Korochkina, Maria" userId="c909cca0-0566-42e0-8dc0-791f330c8ce2" providerId="ADAL" clId="{A49F2524-3D7B-456C-8E19-AF22EAC47B72}" dt="2025-07-14T12:51:28.514" v="11563"/>
          <ac:spMkLst>
            <pc:docMk/>
            <pc:sldMk cId="878893150" sldId="346"/>
            <ac:spMk id="11" creationId="{D31514C9-DD90-300F-558E-E30702F2B9ED}"/>
          </ac:spMkLst>
        </pc:spChg>
        <pc:picChg chg="add mod">
          <ac:chgData name="Korochkina, Maria" userId="c909cca0-0566-42e0-8dc0-791f330c8ce2" providerId="ADAL" clId="{A49F2524-3D7B-456C-8E19-AF22EAC47B72}" dt="2025-07-14T12:51:33.360" v="11564" actId="167"/>
          <ac:picMkLst>
            <pc:docMk/>
            <pc:sldMk cId="878893150" sldId="346"/>
            <ac:picMk id="10" creationId="{43D4A1F9-4FD4-0F0C-C238-D4290F380E61}"/>
          </ac:picMkLst>
        </pc:picChg>
        <pc:picChg chg="add mod">
          <ac:chgData name="Korochkina, Maria" userId="c909cca0-0566-42e0-8dc0-791f330c8ce2" providerId="ADAL" clId="{A49F2524-3D7B-456C-8E19-AF22EAC47B72}" dt="2025-07-14T16:26:55.008" v="12087"/>
          <ac:picMkLst>
            <pc:docMk/>
            <pc:sldMk cId="878893150" sldId="346"/>
            <ac:picMk id="12" creationId="{F6A6F04A-F423-9FD5-708E-FE70B479142B}"/>
          </ac:picMkLst>
        </pc:picChg>
      </pc:sldChg>
      <pc:sldChg chg="addSp delSp modSp add mod modNotesTx">
        <pc:chgData name="Korochkina, Maria" userId="c909cca0-0566-42e0-8dc0-791f330c8ce2" providerId="ADAL" clId="{A49F2524-3D7B-456C-8E19-AF22EAC47B72}" dt="2025-07-14T16:26:52.870" v="12086"/>
        <pc:sldMkLst>
          <pc:docMk/>
          <pc:sldMk cId="715842398" sldId="347"/>
        </pc:sldMkLst>
        <pc:spChg chg="mod">
          <ac:chgData name="Korochkina, Maria" userId="c909cca0-0566-42e0-8dc0-791f330c8ce2" providerId="ADAL" clId="{A49F2524-3D7B-456C-8E19-AF22EAC47B72}" dt="2025-07-14T12:51:19.247" v="11561" actId="1035"/>
          <ac:spMkLst>
            <pc:docMk/>
            <pc:sldMk cId="715842398" sldId="347"/>
            <ac:spMk id="4" creationId="{7A81DE37-EAB8-65AE-24D6-FCDFC8B72C3E}"/>
          </ac:spMkLst>
        </pc:spChg>
        <pc:spChg chg="add mod">
          <ac:chgData name="Korochkina, Maria" userId="c909cca0-0566-42e0-8dc0-791f330c8ce2" providerId="ADAL" clId="{A49F2524-3D7B-456C-8E19-AF22EAC47B72}" dt="2025-07-14T12:51:03.863" v="11546"/>
          <ac:spMkLst>
            <pc:docMk/>
            <pc:sldMk cId="715842398" sldId="347"/>
            <ac:spMk id="10" creationId="{6C71D2C3-B30D-FD23-26B0-AA20C4F6A406}"/>
          </ac:spMkLst>
        </pc:spChg>
        <pc:picChg chg="add mod">
          <ac:chgData name="Korochkina, Maria" userId="c909cca0-0566-42e0-8dc0-791f330c8ce2" providerId="ADAL" clId="{A49F2524-3D7B-456C-8E19-AF22EAC47B72}" dt="2025-07-14T12:51:14.048" v="11549" actId="167"/>
          <ac:picMkLst>
            <pc:docMk/>
            <pc:sldMk cId="715842398" sldId="347"/>
            <ac:picMk id="9" creationId="{54BB0E30-E1AD-E0DF-4563-14EECAF8A67D}"/>
          </ac:picMkLst>
        </pc:picChg>
        <pc:picChg chg="add mod">
          <ac:chgData name="Korochkina, Maria" userId="c909cca0-0566-42e0-8dc0-791f330c8ce2" providerId="ADAL" clId="{A49F2524-3D7B-456C-8E19-AF22EAC47B72}" dt="2025-07-14T16:26:52.870" v="12086"/>
          <ac:picMkLst>
            <pc:docMk/>
            <pc:sldMk cId="715842398" sldId="347"/>
            <ac:picMk id="11" creationId="{78748CD3-CBF1-F16C-BC60-1F103240DFBE}"/>
          </ac:picMkLst>
        </pc:picChg>
      </pc:sldChg>
      <pc:sldChg chg="addSp delSp modSp add mod modNotesTx">
        <pc:chgData name="Korochkina, Maria" userId="c909cca0-0566-42e0-8dc0-791f330c8ce2" providerId="ADAL" clId="{A49F2524-3D7B-456C-8E19-AF22EAC47B72}" dt="2025-07-14T16:26:50.721" v="12085"/>
        <pc:sldMkLst>
          <pc:docMk/>
          <pc:sldMk cId="2157214041" sldId="348"/>
        </pc:sldMkLst>
        <pc:spChg chg="mod">
          <ac:chgData name="Korochkina, Maria" userId="c909cca0-0566-42e0-8dc0-791f330c8ce2" providerId="ADAL" clId="{A49F2524-3D7B-456C-8E19-AF22EAC47B72}" dt="2025-07-14T12:50:33.522" v="11542" actId="14100"/>
          <ac:spMkLst>
            <pc:docMk/>
            <pc:sldMk cId="2157214041" sldId="348"/>
            <ac:spMk id="4" creationId="{25430E62-9A77-3C37-2AC5-C165444DB676}"/>
          </ac:spMkLst>
        </pc:spChg>
        <pc:spChg chg="add mod">
          <ac:chgData name="Korochkina, Maria" userId="c909cca0-0566-42e0-8dc0-791f330c8ce2" providerId="ADAL" clId="{A49F2524-3D7B-456C-8E19-AF22EAC47B72}" dt="2025-07-14T12:50:59.921" v="11544" actId="207"/>
          <ac:spMkLst>
            <pc:docMk/>
            <pc:sldMk cId="2157214041" sldId="348"/>
            <ac:spMk id="9" creationId="{0EB73E06-84B8-FECA-9CFC-77EF5BB9CC83}"/>
          </ac:spMkLst>
        </pc:spChg>
        <pc:picChg chg="add mod">
          <ac:chgData name="Korochkina, Maria" userId="c909cca0-0566-42e0-8dc0-791f330c8ce2" providerId="ADAL" clId="{A49F2524-3D7B-456C-8E19-AF22EAC47B72}" dt="2025-07-14T12:50:25.038" v="11540" actId="167"/>
          <ac:picMkLst>
            <pc:docMk/>
            <pc:sldMk cId="2157214041" sldId="348"/>
            <ac:picMk id="10" creationId="{03067FB4-D62F-3405-50B1-044D62571FAF}"/>
          </ac:picMkLst>
        </pc:picChg>
        <pc:picChg chg="add mod">
          <ac:chgData name="Korochkina, Maria" userId="c909cca0-0566-42e0-8dc0-791f330c8ce2" providerId="ADAL" clId="{A49F2524-3D7B-456C-8E19-AF22EAC47B72}" dt="2025-07-14T16:26:50.721" v="12085"/>
          <ac:picMkLst>
            <pc:docMk/>
            <pc:sldMk cId="2157214041" sldId="348"/>
            <ac:picMk id="11" creationId="{EB87972C-3632-5B52-B8B5-DF96498AAC28}"/>
          </ac:picMkLst>
        </pc:picChg>
      </pc:sldChg>
      <pc:sldChg chg="addSp delSp modSp add mod modNotesTx">
        <pc:chgData name="Korochkina, Maria" userId="c909cca0-0566-42e0-8dc0-791f330c8ce2" providerId="ADAL" clId="{A49F2524-3D7B-456C-8E19-AF22EAC47B72}" dt="2025-07-14T16:26:48.966" v="12084"/>
        <pc:sldMkLst>
          <pc:docMk/>
          <pc:sldMk cId="119417954" sldId="349"/>
        </pc:sldMkLst>
        <pc:spChg chg="mod">
          <ac:chgData name="Korochkina, Maria" userId="c909cca0-0566-42e0-8dc0-791f330c8ce2" providerId="ADAL" clId="{A49F2524-3D7B-456C-8E19-AF22EAC47B72}" dt="2025-07-14T12:50:06.981" v="11537" actId="1035"/>
          <ac:spMkLst>
            <pc:docMk/>
            <pc:sldMk cId="119417954" sldId="349"/>
            <ac:spMk id="4" creationId="{282D49A5-F86B-AC6C-F5AC-7FA56AA511E6}"/>
          </ac:spMkLst>
        </pc:spChg>
        <pc:spChg chg="add mod">
          <ac:chgData name="Korochkina, Maria" userId="c909cca0-0566-42e0-8dc0-791f330c8ce2" providerId="ADAL" clId="{A49F2524-3D7B-456C-8E19-AF22EAC47B72}" dt="2025-07-14T12:50:50.808" v="11543" actId="207"/>
          <ac:spMkLst>
            <pc:docMk/>
            <pc:sldMk cId="119417954" sldId="349"/>
            <ac:spMk id="9" creationId="{7C1C65C4-FF68-ACB4-E129-53D9FB3B9307}"/>
          </ac:spMkLst>
        </pc:spChg>
        <pc:picChg chg="add mod">
          <ac:chgData name="Korochkina, Maria" userId="c909cca0-0566-42e0-8dc0-791f330c8ce2" providerId="ADAL" clId="{A49F2524-3D7B-456C-8E19-AF22EAC47B72}" dt="2025-07-14T12:49:54.529" v="11533" actId="167"/>
          <ac:picMkLst>
            <pc:docMk/>
            <pc:sldMk cId="119417954" sldId="349"/>
            <ac:picMk id="10" creationId="{6DF5717C-5060-0841-EE6A-5B967E3BA456}"/>
          </ac:picMkLst>
        </pc:picChg>
        <pc:picChg chg="add mod">
          <ac:chgData name="Korochkina, Maria" userId="c909cca0-0566-42e0-8dc0-791f330c8ce2" providerId="ADAL" clId="{A49F2524-3D7B-456C-8E19-AF22EAC47B72}" dt="2025-07-14T16:26:48.966" v="12084"/>
          <ac:picMkLst>
            <pc:docMk/>
            <pc:sldMk cId="119417954" sldId="349"/>
            <ac:picMk id="11" creationId="{447CA1F5-E527-4181-5E1A-2AD80F09D135}"/>
          </ac:picMkLst>
        </pc:picChg>
      </pc:sldChg>
      <pc:sldChg chg="addSp modSp add mod">
        <pc:chgData name="Korochkina, Maria" userId="c909cca0-0566-42e0-8dc0-791f330c8ce2" providerId="ADAL" clId="{A49F2524-3D7B-456C-8E19-AF22EAC47B72}" dt="2025-07-14T16:26:44.199" v="12082"/>
        <pc:sldMkLst>
          <pc:docMk/>
          <pc:sldMk cId="4091064002" sldId="350"/>
        </pc:sldMkLst>
        <pc:spChg chg="mod">
          <ac:chgData name="Korochkina, Maria" userId="c909cca0-0566-42e0-8dc0-791f330c8ce2" providerId="ADAL" clId="{A49F2524-3D7B-456C-8E19-AF22EAC47B72}" dt="2025-07-14T12:48:40.730" v="11523" actId="27636"/>
          <ac:spMkLst>
            <pc:docMk/>
            <pc:sldMk cId="4091064002" sldId="350"/>
            <ac:spMk id="3" creationId="{B5D14FD0-DBDA-6BCA-4A43-6A31AAE62BE2}"/>
          </ac:spMkLst>
        </pc:spChg>
        <pc:picChg chg="add mod">
          <ac:chgData name="Korochkina, Maria" userId="c909cca0-0566-42e0-8dc0-791f330c8ce2" providerId="ADAL" clId="{A49F2524-3D7B-456C-8E19-AF22EAC47B72}" dt="2025-07-14T12:48:52.658" v="11525" actId="1076"/>
          <ac:picMkLst>
            <pc:docMk/>
            <pc:sldMk cId="4091064002" sldId="350"/>
            <ac:picMk id="4" creationId="{D466487F-9308-C5F6-DED2-18F906134CC6}"/>
          </ac:picMkLst>
        </pc:picChg>
        <pc:picChg chg="add mod">
          <ac:chgData name="Korochkina, Maria" userId="c909cca0-0566-42e0-8dc0-791f330c8ce2" providerId="ADAL" clId="{A49F2524-3D7B-456C-8E19-AF22EAC47B72}" dt="2025-07-14T16:26:44.199" v="12082"/>
          <ac:picMkLst>
            <pc:docMk/>
            <pc:sldMk cId="4091064002" sldId="350"/>
            <ac:picMk id="6" creationId="{D8341ABD-BEA1-94C4-A526-C8A363889262}"/>
          </ac:picMkLst>
        </pc:picChg>
        <pc:picChg chg="mod">
          <ac:chgData name="Korochkina, Maria" userId="c909cca0-0566-42e0-8dc0-791f330c8ce2" providerId="ADAL" clId="{A49F2524-3D7B-456C-8E19-AF22EAC47B72}" dt="2025-07-14T12:49:01.738" v="11526" actId="1076"/>
          <ac:picMkLst>
            <pc:docMk/>
            <pc:sldMk cId="4091064002" sldId="350"/>
            <ac:picMk id="2050" creationId="{A47F0FBB-E20C-E14C-F7DA-2B5A66027A23}"/>
          </ac:picMkLst>
        </pc:picChg>
      </pc:sldChg>
      <pc:sldChg chg="addSp modSp new mod modNotesTx">
        <pc:chgData name="Korochkina, Maria" userId="c909cca0-0566-42e0-8dc0-791f330c8ce2" providerId="ADAL" clId="{A49F2524-3D7B-456C-8E19-AF22EAC47B72}" dt="2025-07-14T16:29:51.404" v="12143" actId="1076"/>
        <pc:sldMkLst>
          <pc:docMk/>
          <pc:sldMk cId="1346099577" sldId="351"/>
        </pc:sldMkLst>
        <pc:spChg chg="add mod">
          <ac:chgData name="Korochkina, Maria" userId="c909cca0-0566-42e0-8dc0-791f330c8ce2" providerId="ADAL" clId="{A49F2524-3D7B-456C-8E19-AF22EAC47B72}" dt="2025-07-14T16:29:48.448" v="12142" actId="3064"/>
          <ac:spMkLst>
            <pc:docMk/>
            <pc:sldMk cId="1346099577" sldId="351"/>
            <ac:spMk id="5" creationId="{8FEE5B40-2510-8E88-9EA8-75F420325953}"/>
          </ac:spMkLst>
        </pc:spChg>
        <pc:picChg chg="add mod">
          <ac:chgData name="Korochkina, Maria" userId="c909cca0-0566-42e0-8dc0-791f330c8ce2" providerId="ADAL" clId="{A49F2524-3D7B-456C-8E19-AF22EAC47B72}" dt="2025-07-14T16:29:51.404" v="12143" actId="1076"/>
          <ac:picMkLst>
            <pc:docMk/>
            <pc:sldMk cId="1346099577" sldId="351"/>
            <ac:picMk id="3" creationId="{C3E2A068-98BA-BD57-C2C9-E70B4CCF2407}"/>
          </ac:picMkLst>
        </pc:picChg>
        <pc:picChg chg="add mod">
          <ac:chgData name="Korochkina, Maria" userId="c909cca0-0566-42e0-8dc0-791f330c8ce2" providerId="ADAL" clId="{A49F2524-3D7B-456C-8E19-AF22EAC47B72}" dt="2025-07-14T16:26:36.153" v="12079"/>
          <ac:picMkLst>
            <pc:docMk/>
            <pc:sldMk cId="1346099577" sldId="351"/>
            <ac:picMk id="4" creationId="{E26A900D-3F67-5E52-767B-12917C9CAE20}"/>
          </ac:picMkLst>
        </pc:picChg>
      </pc:sldChg>
      <pc:sldChg chg="addSp modSp new mod">
        <pc:chgData name="Korochkina, Maria" userId="c909cca0-0566-42e0-8dc0-791f330c8ce2" providerId="ADAL" clId="{A49F2524-3D7B-456C-8E19-AF22EAC47B72}" dt="2025-07-14T16:30:11.759" v="12159" actId="20577"/>
        <pc:sldMkLst>
          <pc:docMk/>
          <pc:sldMk cId="478976000" sldId="352"/>
        </pc:sldMkLst>
        <pc:spChg chg="mod">
          <ac:chgData name="Korochkina, Maria" userId="c909cca0-0566-42e0-8dc0-791f330c8ce2" providerId="ADAL" clId="{A49F2524-3D7B-456C-8E19-AF22EAC47B72}" dt="2025-07-14T16:30:11.759" v="12159" actId="20577"/>
          <ac:spMkLst>
            <pc:docMk/>
            <pc:sldMk cId="478976000" sldId="352"/>
            <ac:spMk id="2" creationId="{372F9641-A480-130F-CD71-CBE44E6853CC}"/>
          </ac:spMkLst>
        </pc:spChg>
        <pc:spChg chg="mod">
          <ac:chgData name="Korochkina, Maria" userId="c909cca0-0566-42e0-8dc0-791f330c8ce2" providerId="ADAL" clId="{A49F2524-3D7B-456C-8E19-AF22EAC47B72}" dt="2025-07-14T15:04:51.367" v="11954" actId="5793"/>
          <ac:spMkLst>
            <pc:docMk/>
            <pc:sldMk cId="478976000" sldId="352"/>
            <ac:spMk id="3" creationId="{B788E304-EC81-2203-F3A9-7094C61A94AB}"/>
          </ac:spMkLst>
        </pc:spChg>
        <pc:picChg chg="add mod">
          <ac:chgData name="Korochkina, Maria" userId="c909cca0-0566-42e0-8dc0-791f330c8ce2" providerId="ADAL" clId="{A49F2524-3D7B-456C-8E19-AF22EAC47B72}" dt="2025-07-14T16:26:41.848" v="12081"/>
          <ac:picMkLst>
            <pc:docMk/>
            <pc:sldMk cId="478976000" sldId="352"/>
            <ac:picMk id="4" creationId="{E0DC2883-57AD-0716-0421-079C997E1FE8}"/>
          </ac:picMkLst>
        </pc:picChg>
      </pc:sldChg>
      <pc:sldChg chg="addSp delSp modSp new mod modNotesTx">
        <pc:chgData name="Korochkina, Maria" userId="c909cca0-0566-42e0-8dc0-791f330c8ce2" providerId="ADAL" clId="{A49F2524-3D7B-456C-8E19-AF22EAC47B72}" dt="2025-07-14T16:29:08.842" v="12140" actId="20577"/>
        <pc:sldMkLst>
          <pc:docMk/>
          <pc:sldMk cId="3355138527" sldId="353"/>
        </pc:sldMkLst>
        <pc:spChg chg="mod">
          <ac:chgData name="Korochkina, Maria" userId="c909cca0-0566-42e0-8dc0-791f330c8ce2" providerId="ADAL" clId="{A49F2524-3D7B-456C-8E19-AF22EAC47B72}" dt="2025-07-14T16:29:08.842" v="12140" actId="20577"/>
          <ac:spMkLst>
            <pc:docMk/>
            <pc:sldMk cId="3355138527" sldId="353"/>
            <ac:spMk id="2" creationId="{C5C42FA5-D330-E34B-7DC4-1112E76E4493}"/>
          </ac:spMkLst>
        </pc:spChg>
        <pc:picChg chg="add mod">
          <ac:chgData name="Korochkina, Maria" userId="c909cca0-0566-42e0-8dc0-791f330c8ce2" providerId="ADAL" clId="{A49F2524-3D7B-456C-8E19-AF22EAC47B72}" dt="2025-07-14T15:30:35.445" v="12017" actId="1076"/>
          <ac:picMkLst>
            <pc:docMk/>
            <pc:sldMk cId="3355138527" sldId="353"/>
            <ac:picMk id="7" creationId="{EFBC32C0-3A6C-75A5-7A57-2D1919181129}"/>
          </ac:picMkLst>
        </pc:picChg>
        <pc:picChg chg="add mod">
          <ac:chgData name="Korochkina, Maria" userId="c909cca0-0566-42e0-8dc0-791f330c8ce2" providerId="ADAL" clId="{A49F2524-3D7B-456C-8E19-AF22EAC47B72}" dt="2025-07-14T16:26:33.680" v="12078"/>
          <ac:picMkLst>
            <pc:docMk/>
            <pc:sldMk cId="3355138527" sldId="353"/>
            <ac:picMk id="8" creationId="{DF6E5AA6-A56C-CA08-86FD-2E33E85DC0C9}"/>
          </ac:picMkLst>
        </pc:picChg>
      </pc:sldChg>
      <pc:sldChg chg="add del">
        <pc:chgData name="Korochkina, Maria" userId="c909cca0-0566-42e0-8dc0-791f330c8ce2" providerId="ADAL" clId="{A49F2524-3D7B-456C-8E19-AF22EAC47B72}" dt="2025-07-14T16:26:28.174" v="12076" actId="47"/>
        <pc:sldMkLst>
          <pc:docMk/>
          <pc:sldMk cId="3637985921" sldId="354"/>
        </pc:sldMkLst>
      </pc:sldChg>
      <pc:sldChg chg="addSp modSp add mod">
        <pc:chgData name="Korochkina, Maria" userId="c909cca0-0566-42e0-8dc0-791f330c8ce2" providerId="ADAL" clId="{A49F2524-3D7B-456C-8E19-AF22EAC47B72}" dt="2025-07-14T16:52:02.939" v="12532" actId="255"/>
        <pc:sldMkLst>
          <pc:docMk/>
          <pc:sldMk cId="2658615419" sldId="355"/>
        </pc:sldMkLst>
        <pc:spChg chg="mod">
          <ac:chgData name="Korochkina, Maria" userId="c909cca0-0566-42e0-8dc0-791f330c8ce2" providerId="ADAL" clId="{A49F2524-3D7B-456C-8E19-AF22EAC47B72}" dt="2025-07-14T16:51:44.806" v="12504" actId="20577"/>
          <ac:spMkLst>
            <pc:docMk/>
            <pc:sldMk cId="2658615419" sldId="355"/>
            <ac:spMk id="2" creationId="{0403EC3F-6B62-3B21-33D2-9F5C1470D556}"/>
          </ac:spMkLst>
        </pc:spChg>
        <pc:spChg chg="mod">
          <ac:chgData name="Korochkina, Maria" userId="c909cca0-0566-42e0-8dc0-791f330c8ce2" providerId="ADAL" clId="{A49F2524-3D7B-456C-8E19-AF22EAC47B72}" dt="2025-07-14T16:52:02.939" v="12532" actId="255"/>
          <ac:spMkLst>
            <pc:docMk/>
            <pc:sldMk cId="2658615419" sldId="355"/>
            <ac:spMk id="3" creationId="{2B65C370-56A4-B82E-37D8-378DC5F64F1E}"/>
          </ac:spMkLst>
        </pc:spChg>
        <pc:picChg chg="add mod">
          <ac:chgData name="Korochkina, Maria" userId="c909cca0-0566-42e0-8dc0-791f330c8ce2" providerId="ADAL" clId="{A49F2524-3D7B-456C-8E19-AF22EAC47B72}" dt="2025-07-14T16:26:30.621" v="12077"/>
          <ac:picMkLst>
            <pc:docMk/>
            <pc:sldMk cId="2658615419" sldId="355"/>
            <ac:picMk id="4" creationId="{4A4236D8-E553-66ED-513D-AACE81061575}"/>
          </ac:picMkLst>
        </pc:picChg>
      </pc:sldChg>
      <pc:sldChg chg="addSp delSp modSp new mod modNotesTx">
        <pc:chgData name="Korochkina, Maria" userId="c909cca0-0566-42e0-8dc0-791f330c8ce2" providerId="ADAL" clId="{A49F2524-3D7B-456C-8E19-AF22EAC47B72}" dt="2025-07-15T10:46:15.267" v="13317" actId="20577"/>
        <pc:sldMkLst>
          <pc:docMk/>
          <pc:sldMk cId="3161765264" sldId="356"/>
        </pc:sldMkLst>
        <pc:spChg chg="mod">
          <ac:chgData name="Korochkina, Maria" userId="c909cca0-0566-42e0-8dc0-791f330c8ce2" providerId="ADAL" clId="{A49F2524-3D7B-456C-8E19-AF22EAC47B72}" dt="2025-07-15T10:37:29.889" v="13182" actId="20577"/>
          <ac:spMkLst>
            <pc:docMk/>
            <pc:sldMk cId="3161765264" sldId="356"/>
            <ac:spMk id="2" creationId="{DE120539-9255-57BD-13AF-57D45E266BAA}"/>
          </ac:spMkLst>
        </pc:spChg>
        <pc:picChg chg="add mod">
          <ac:chgData name="Korochkina, Maria" userId="c909cca0-0566-42e0-8dc0-791f330c8ce2" providerId="ADAL" clId="{A49F2524-3D7B-456C-8E19-AF22EAC47B72}" dt="2025-07-15T10:39:44.875" v="13189" actId="1076"/>
          <ac:picMkLst>
            <pc:docMk/>
            <pc:sldMk cId="3161765264" sldId="356"/>
            <ac:picMk id="5" creationId="{58478019-4F9C-491E-2867-3FE7872DB5B3}"/>
          </ac:picMkLst>
        </pc:picChg>
        <pc:picChg chg="add mod">
          <ac:chgData name="Korochkina, Maria" userId="c909cca0-0566-42e0-8dc0-791f330c8ce2" providerId="ADAL" clId="{A49F2524-3D7B-456C-8E19-AF22EAC47B72}" dt="2025-07-15T10:39:44.875" v="13189" actId="1076"/>
          <ac:picMkLst>
            <pc:docMk/>
            <pc:sldMk cId="3161765264" sldId="356"/>
            <ac:picMk id="7" creationId="{A8B5A80E-ED84-4885-4BE4-C93741481CC6}"/>
          </ac:picMkLst>
        </pc:picChg>
      </pc:sldChg>
      <pc:sldChg chg="modSp new mod modNotesTx">
        <pc:chgData name="Korochkina, Maria" userId="c909cca0-0566-42e0-8dc0-791f330c8ce2" providerId="ADAL" clId="{A49F2524-3D7B-456C-8E19-AF22EAC47B72}" dt="2025-07-15T15:43:20.228" v="17069" actId="113"/>
        <pc:sldMkLst>
          <pc:docMk/>
          <pc:sldMk cId="127190212" sldId="357"/>
        </pc:sldMkLst>
        <pc:spChg chg="mod">
          <ac:chgData name="Korochkina, Maria" userId="c909cca0-0566-42e0-8dc0-791f330c8ce2" providerId="ADAL" clId="{A49F2524-3D7B-456C-8E19-AF22EAC47B72}" dt="2025-07-15T11:18:01.062" v="13885" actId="2711"/>
          <ac:spMkLst>
            <pc:docMk/>
            <pc:sldMk cId="127190212" sldId="357"/>
            <ac:spMk id="2" creationId="{46795B8E-28DA-ACEF-8001-C4ED7EE18525}"/>
          </ac:spMkLst>
        </pc:spChg>
        <pc:spChg chg="mod">
          <ac:chgData name="Korochkina, Maria" userId="c909cca0-0566-42e0-8dc0-791f330c8ce2" providerId="ADAL" clId="{A49F2524-3D7B-456C-8E19-AF22EAC47B72}" dt="2025-07-15T15:43:20.228" v="17069" actId="113"/>
          <ac:spMkLst>
            <pc:docMk/>
            <pc:sldMk cId="127190212" sldId="357"/>
            <ac:spMk id="3" creationId="{1CFB2954-AB13-FB41-B811-B18C59D442AF}"/>
          </ac:spMkLst>
        </pc:spChg>
      </pc:sldChg>
      <pc:sldChg chg="modSp new mod modNotesTx">
        <pc:chgData name="Korochkina, Maria" userId="c909cca0-0566-42e0-8dc0-791f330c8ce2" providerId="ADAL" clId="{A49F2524-3D7B-456C-8E19-AF22EAC47B72}" dt="2025-07-15T15:43:58.836" v="17079" actId="113"/>
        <pc:sldMkLst>
          <pc:docMk/>
          <pc:sldMk cId="2456979195" sldId="358"/>
        </pc:sldMkLst>
        <pc:spChg chg="mod">
          <ac:chgData name="Korochkina, Maria" userId="c909cca0-0566-42e0-8dc0-791f330c8ce2" providerId="ADAL" clId="{A49F2524-3D7B-456C-8E19-AF22EAC47B72}" dt="2025-07-15T11:24:15.635" v="14228" actId="2711"/>
          <ac:spMkLst>
            <pc:docMk/>
            <pc:sldMk cId="2456979195" sldId="358"/>
            <ac:spMk id="2" creationId="{5FC42562-D978-BB57-E325-8A677BDDDAD5}"/>
          </ac:spMkLst>
        </pc:spChg>
        <pc:spChg chg="mod">
          <ac:chgData name="Korochkina, Maria" userId="c909cca0-0566-42e0-8dc0-791f330c8ce2" providerId="ADAL" clId="{A49F2524-3D7B-456C-8E19-AF22EAC47B72}" dt="2025-07-15T15:43:58.836" v="17079" actId="113"/>
          <ac:spMkLst>
            <pc:docMk/>
            <pc:sldMk cId="2456979195" sldId="358"/>
            <ac:spMk id="3" creationId="{396ECB9E-4B67-5DF7-C8EC-B9D235B4A962}"/>
          </ac:spMkLst>
        </pc:spChg>
      </pc:sldChg>
      <pc:sldChg chg="addSp delSp modSp new mod">
        <pc:chgData name="Korochkina, Maria" userId="c909cca0-0566-42e0-8dc0-791f330c8ce2" providerId="ADAL" clId="{A49F2524-3D7B-456C-8E19-AF22EAC47B72}" dt="2025-07-15T11:50:55.263" v="15188" actId="20577"/>
        <pc:sldMkLst>
          <pc:docMk/>
          <pc:sldMk cId="1320520995" sldId="359"/>
        </pc:sldMkLst>
        <pc:spChg chg="mod">
          <ac:chgData name="Korochkina, Maria" userId="c909cca0-0566-42e0-8dc0-791f330c8ce2" providerId="ADAL" clId="{A49F2524-3D7B-456C-8E19-AF22EAC47B72}" dt="2025-07-15T11:49:06.860" v="15115" actId="20577"/>
          <ac:spMkLst>
            <pc:docMk/>
            <pc:sldMk cId="1320520995" sldId="359"/>
            <ac:spMk id="2" creationId="{78578E8C-B63E-BD33-6AF7-FE6F9B156E34}"/>
          </ac:spMkLst>
        </pc:spChg>
        <pc:spChg chg="add mod">
          <ac:chgData name="Korochkina, Maria" userId="c909cca0-0566-42e0-8dc0-791f330c8ce2" providerId="ADAL" clId="{A49F2524-3D7B-456C-8E19-AF22EAC47B72}" dt="2025-07-15T11:50:55.263" v="15188" actId="20577"/>
          <ac:spMkLst>
            <pc:docMk/>
            <pc:sldMk cId="1320520995" sldId="359"/>
            <ac:spMk id="4" creationId="{6B08CC0A-331E-505B-E8B4-9EF60F710711}"/>
          </ac:spMkLst>
        </pc:spChg>
        <pc:picChg chg="add mod">
          <ac:chgData name="Korochkina, Maria" userId="c909cca0-0566-42e0-8dc0-791f330c8ce2" providerId="ADAL" clId="{A49F2524-3D7B-456C-8E19-AF22EAC47B72}" dt="2025-07-15T11:50:10.829" v="15119" actId="1076"/>
          <ac:picMkLst>
            <pc:docMk/>
            <pc:sldMk cId="1320520995" sldId="359"/>
            <ac:picMk id="1026" creationId="{F1813BFF-E7F6-01D4-9D2B-E9FE469E2FDB}"/>
          </ac:picMkLst>
        </pc:picChg>
      </pc:sldChg>
      <pc:sldChg chg="addSp delSp modSp new mod modNotesTx">
        <pc:chgData name="Korochkina, Maria" userId="c909cca0-0566-42e0-8dc0-791f330c8ce2" providerId="ADAL" clId="{A49F2524-3D7B-456C-8E19-AF22EAC47B72}" dt="2025-07-22T14:34:18.990" v="17320" actId="20577"/>
        <pc:sldMkLst>
          <pc:docMk/>
          <pc:sldMk cId="2577845568" sldId="360"/>
        </pc:sldMkLst>
        <pc:spChg chg="mod">
          <ac:chgData name="Korochkina, Maria" userId="c909cca0-0566-42e0-8dc0-791f330c8ce2" providerId="ADAL" clId="{A49F2524-3D7B-456C-8E19-AF22EAC47B72}" dt="2025-07-22T14:34:18.990" v="17320" actId="20577"/>
          <ac:spMkLst>
            <pc:docMk/>
            <pc:sldMk cId="2577845568" sldId="360"/>
            <ac:spMk id="2" creationId="{6F7DDEF5-4F0E-1C3C-805F-4622BBFCB082}"/>
          </ac:spMkLst>
        </pc:spChg>
        <pc:spChg chg="add mod">
          <ac:chgData name="Korochkina, Maria" userId="c909cca0-0566-42e0-8dc0-791f330c8ce2" providerId="ADAL" clId="{A49F2524-3D7B-456C-8E19-AF22EAC47B72}" dt="2025-07-15T15:46:06.792" v="17172" actId="114"/>
          <ac:spMkLst>
            <pc:docMk/>
            <pc:sldMk cId="2577845568" sldId="360"/>
            <ac:spMk id="5" creationId="{91FBAD75-B8B6-2B8E-CC76-2003282932EC}"/>
          </ac:spMkLst>
        </pc:spChg>
      </pc:sldChg>
      <pc:sldChg chg="addSp delSp modSp add mod modNotesTx">
        <pc:chgData name="Korochkina, Maria" userId="c909cca0-0566-42e0-8dc0-791f330c8ce2" providerId="ADAL" clId="{A49F2524-3D7B-456C-8E19-AF22EAC47B72}" dt="2025-07-15T15:41:28.560" v="17057" actId="1076"/>
        <pc:sldMkLst>
          <pc:docMk/>
          <pc:sldMk cId="2441477206" sldId="361"/>
        </pc:sldMkLst>
        <pc:spChg chg="mod">
          <ac:chgData name="Korochkina, Maria" userId="c909cca0-0566-42e0-8dc0-791f330c8ce2" providerId="ADAL" clId="{A49F2524-3D7B-456C-8E19-AF22EAC47B72}" dt="2025-07-15T10:40:53.957" v="13208" actId="20577"/>
          <ac:spMkLst>
            <pc:docMk/>
            <pc:sldMk cId="2441477206" sldId="361"/>
            <ac:spMk id="2" creationId="{205D2B80-19B5-C915-543B-A75889F11177}"/>
          </ac:spMkLst>
        </pc:spChg>
        <pc:picChg chg="add mod modCrop">
          <ac:chgData name="Korochkina, Maria" userId="c909cca0-0566-42e0-8dc0-791f330c8ce2" providerId="ADAL" clId="{A49F2524-3D7B-456C-8E19-AF22EAC47B72}" dt="2025-07-15T15:41:26.876" v="17056" actId="1076"/>
          <ac:picMkLst>
            <pc:docMk/>
            <pc:sldMk cId="2441477206" sldId="361"/>
            <ac:picMk id="4" creationId="{ED99289B-86D8-1705-5127-BF6E95DA1840}"/>
          </ac:picMkLst>
        </pc:picChg>
        <pc:picChg chg="add mod modCrop">
          <ac:chgData name="Korochkina, Maria" userId="c909cca0-0566-42e0-8dc0-791f330c8ce2" providerId="ADAL" clId="{A49F2524-3D7B-456C-8E19-AF22EAC47B72}" dt="2025-07-15T15:41:28.560" v="17057" actId="1076"/>
          <ac:picMkLst>
            <pc:docMk/>
            <pc:sldMk cId="2441477206" sldId="361"/>
            <ac:picMk id="6" creationId="{D3EC859E-53D4-E20A-BC17-681C0B93B7DE}"/>
          </ac:picMkLst>
        </pc:picChg>
      </pc:sldChg>
      <pc:sldChg chg="addSp delSp modSp new mod">
        <pc:chgData name="Korochkina, Maria" userId="c909cca0-0566-42e0-8dc0-791f330c8ce2" providerId="ADAL" clId="{A49F2524-3D7B-456C-8E19-AF22EAC47B72}" dt="2025-07-15T11:00:03.689" v="13394" actId="1076"/>
        <pc:sldMkLst>
          <pc:docMk/>
          <pc:sldMk cId="1546872782" sldId="362"/>
        </pc:sldMkLst>
        <pc:spChg chg="mod">
          <ac:chgData name="Korochkina, Maria" userId="c909cca0-0566-42e0-8dc0-791f330c8ce2" providerId="ADAL" clId="{A49F2524-3D7B-456C-8E19-AF22EAC47B72}" dt="2025-07-15T10:51:39.041" v="13364" actId="2711"/>
          <ac:spMkLst>
            <pc:docMk/>
            <pc:sldMk cId="1546872782" sldId="362"/>
            <ac:spMk id="2" creationId="{4D31DBF2-4F44-561C-F641-52849240D13A}"/>
          </ac:spMkLst>
        </pc:spChg>
        <pc:picChg chg="add mod">
          <ac:chgData name="Korochkina, Maria" userId="c909cca0-0566-42e0-8dc0-791f330c8ce2" providerId="ADAL" clId="{A49F2524-3D7B-456C-8E19-AF22EAC47B72}" dt="2025-07-15T10:59:48.299" v="13391" actId="1035"/>
          <ac:picMkLst>
            <pc:docMk/>
            <pc:sldMk cId="1546872782" sldId="362"/>
            <ac:picMk id="5" creationId="{8470227C-4F91-693C-5EF1-B4B3B471D3F9}"/>
          </ac:picMkLst>
        </pc:picChg>
        <pc:picChg chg="add mod">
          <ac:chgData name="Korochkina, Maria" userId="c909cca0-0566-42e0-8dc0-791f330c8ce2" providerId="ADAL" clId="{A49F2524-3D7B-456C-8E19-AF22EAC47B72}" dt="2025-07-15T10:59:48.299" v="13391" actId="1035"/>
          <ac:picMkLst>
            <pc:docMk/>
            <pc:sldMk cId="1546872782" sldId="362"/>
            <ac:picMk id="7" creationId="{9A643BC4-4860-A02A-3B31-49080B99C4DD}"/>
          </ac:picMkLst>
        </pc:picChg>
        <pc:picChg chg="add mod">
          <ac:chgData name="Korochkina, Maria" userId="c909cca0-0566-42e0-8dc0-791f330c8ce2" providerId="ADAL" clId="{A49F2524-3D7B-456C-8E19-AF22EAC47B72}" dt="2025-07-15T11:00:03.689" v="13394" actId="1076"/>
          <ac:picMkLst>
            <pc:docMk/>
            <pc:sldMk cId="1546872782" sldId="362"/>
            <ac:picMk id="9" creationId="{2D1B76D2-14FB-F5BE-6593-5629CAC0A4D3}"/>
          </ac:picMkLst>
        </pc:picChg>
      </pc:sldChg>
      <pc:sldChg chg="addSp delSp modSp new mod">
        <pc:chgData name="Korochkina, Maria" userId="c909cca0-0566-42e0-8dc0-791f330c8ce2" providerId="ADAL" clId="{A49F2524-3D7B-456C-8E19-AF22EAC47B72}" dt="2025-07-15T15:46:44.118" v="17178" actId="114"/>
        <pc:sldMkLst>
          <pc:docMk/>
          <pc:sldMk cId="4205239612" sldId="363"/>
        </pc:sldMkLst>
        <pc:spChg chg="mod">
          <ac:chgData name="Korochkina, Maria" userId="c909cca0-0566-42e0-8dc0-791f330c8ce2" providerId="ADAL" clId="{A49F2524-3D7B-456C-8E19-AF22EAC47B72}" dt="2025-07-15T11:01:41.534" v="13414" actId="2711"/>
          <ac:spMkLst>
            <pc:docMk/>
            <pc:sldMk cId="4205239612" sldId="363"/>
            <ac:spMk id="2" creationId="{F1FAFEDC-6E15-EEF9-3532-63C08D9D85DC}"/>
          </ac:spMkLst>
        </pc:spChg>
        <pc:spChg chg="mod">
          <ac:chgData name="Korochkina, Maria" userId="c909cca0-0566-42e0-8dc0-791f330c8ce2" providerId="ADAL" clId="{A49F2524-3D7B-456C-8E19-AF22EAC47B72}" dt="2025-07-15T15:46:44.118" v="17178" actId="114"/>
          <ac:spMkLst>
            <pc:docMk/>
            <pc:sldMk cId="4205239612" sldId="363"/>
            <ac:spMk id="3" creationId="{E3CE0A3B-CB28-FAA8-85A5-07B6A5C052B0}"/>
          </ac:spMkLst>
        </pc:spChg>
        <pc:picChg chg="add mod">
          <ac:chgData name="Korochkina, Maria" userId="c909cca0-0566-42e0-8dc0-791f330c8ce2" providerId="ADAL" clId="{A49F2524-3D7B-456C-8E19-AF22EAC47B72}" dt="2025-07-15T11:16:43.994" v="13881" actId="1076"/>
          <ac:picMkLst>
            <pc:docMk/>
            <pc:sldMk cId="4205239612" sldId="363"/>
            <ac:picMk id="7" creationId="{E02C2D96-FFF5-B545-985B-3FE07DFFDD6D}"/>
          </ac:picMkLst>
        </pc:picChg>
        <pc:picChg chg="add mod">
          <ac:chgData name="Korochkina, Maria" userId="c909cca0-0566-42e0-8dc0-791f330c8ce2" providerId="ADAL" clId="{A49F2524-3D7B-456C-8E19-AF22EAC47B72}" dt="2025-07-15T11:16:57.567" v="13884" actId="1076"/>
          <ac:picMkLst>
            <pc:docMk/>
            <pc:sldMk cId="4205239612" sldId="363"/>
            <ac:picMk id="9" creationId="{DDFC44FC-0B38-5B74-9192-6D2F876640F2}"/>
          </ac:picMkLst>
        </pc:picChg>
      </pc:sldChg>
      <pc:sldChg chg="addSp delSp modSp add mod">
        <pc:chgData name="Korochkina, Maria" userId="c909cca0-0566-42e0-8dc0-791f330c8ce2" providerId="ADAL" clId="{A49F2524-3D7B-456C-8E19-AF22EAC47B72}" dt="2025-07-15T15:41:48.845" v="17059" actId="1076"/>
        <pc:sldMkLst>
          <pc:docMk/>
          <pc:sldMk cId="3245452760" sldId="364"/>
        </pc:sldMkLst>
        <pc:spChg chg="mod">
          <ac:chgData name="Korochkina, Maria" userId="c909cca0-0566-42e0-8dc0-791f330c8ce2" providerId="ADAL" clId="{A49F2524-3D7B-456C-8E19-AF22EAC47B72}" dt="2025-07-15T11:16:08.706" v="13763" actId="20577"/>
          <ac:spMkLst>
            <pc:docMk/>
            <pc:sldMk cId="3245452760" sldId="364"/>
            <ac:spMk id="3" creationId="{993E1073-E9BF-1297-4AC3-C3F5DB29BD2D}"/>
          </ac:spMkLst>
        </pc:spChg>
        <pc:picChg chg="add del mod">
          <ac:chgData name="Korochkina, Maria" userId="c909cca0-0566-42e0-8dc0-791f330c8ce2" providerId="ADAL" clId="{A49F2524-3D7B-456C-8E19-AF22EAC47B72}" dt="2025-07-15T11:16:09.303" v="13764" actId="478"/>
          <ac:picMkLst>
            <pc:docMk/>
            <pc:sldMk cId="3245452760" sldId="364"/>
            <ac:picMk id="4" creationId="{71732D40-1E1C-14D0-296D-96776208ED70}"/>
          </ac:picMkLst>
        </pc:picChg>
        <pc:picChg chg="mod">
          <ac:chgData name="Korochkina, Maria" userId="c909cca0-0566-42e0-8dc0-791f330c8ce2" providerId="ADAL" clId="{A49F2524-3D7B-456C-8E19-AF22EAC47B72}" dt="2025-07-15T15:41:48.845" v="17059" actId="1076"/>
          <ac:picMkLst>
            <pc:docMk/>
            <pc:sldMk cId="3245452760" sldId="364"/>
            <ac:picMk id="5" creationId="{B407B89E-8F52-3CD7-65C7-DFC68D3737E6}"/>
          </ac:picMkLst>
        </pc:picChg>
      </pc:sldChg>
      <pc:sldChg chg="addSp delSp modSp add mod modNotesTx">
        <pc:chgData name="Korochkina, Maria" userId="c909cca0-0566-42e0-8dc0-791f330c8ce2" providerId="ADAL" clId="{A49F2524-3D7B-456C-8E19-AF22EAC47B72}" dt="2025-07-15T11:39:25.674" v="14807" actId="20577"/>
        <pc:sldMkLst>
          <pc:docMk/>
          <pc:sldMk cId="2472650865" sldId="365"/>
        </pc:sldMkLst>
        <pc:spChg chg="mod">
          <ac:chgData name="Korochkina, Maria" userId="c909cca0-0566-42e0-8dc0-791f330c8ce2" providerId="ADAL" clId="{A49F2524-3D7B-456C-8E19-AF22EAC47B72}" dt="2025-07-15T11:39:25.674" v="14807" actId="20577"/>
          <ac:spMkLst>
            <pc:docMk/>
            <pc:sldMk cId="2472650865" sldId="365"/>
            <ac:spMk id="2" creationId="{1726A1F9-29FD-AB0C-1577-3CF44B54AD92}"/>
          </ac:spMkLst>
        </pc:spChg>
        <pc:picChg chg="add mod">
          <ac:chgData name="Korochkina, Maria" userId="c909cca0-0566-42e0-8dc0-791f330c8ce2" providerId="ADAL" clId="{A49F2524-3D7B-456C-8E19-AF22EAC47B72}" dt="2025-07-15T11:37:28.642" v="14761" actId="1076"/>
          <ac:picMkLst>
            <pc:docMk/>
            <pc:sldMk cId="2472650865" sldId="365"/>
            <ac:picMk id="5" creationId="{2F93E265-2A95-0822-5AF6-46926A10700B}"/>
          </ac:picMkLst>
        </pc:picChg>
        <pc:picChg chg="add mod">
          <ac:chgData name="Korochkina, Maria" userId="c909cca0-0566-42e0-8dc0-791f330c8ce2" providerId="ADAL" clId="{A49F2524-3D7B-456C-8E19-AF22EAC47B72}" dt="2025-07-15T11:38:44.378" v="14771" actId="1076"/>
          <ac:picMkLst>
            <pc:docMk/>
            <pc:sldMk cId="2472650865" sldId="365"/>
            <ac:picMk id="9" creationId="{DEBE291A-0C1D-6502-3B18-C2FA231951B8}"/>
          </ac:picMkLst>
        </pc:picChg>
        <pc:picChg chg="add mod">
          <ac:chgData name="Korochkina, Maria" userId="c909cca0-0566-42e0-8dc0-791f330c8ce2" providerId="ADAL" clId="{A49F2524-3D7B-456C-8E19-AF22EAC47B72}" dt="2025-07-15T11:38:50.636" v="14772" actId="1076"/>
          <ac:picMkLst>
            <pc:docMk/>
            <pc:sldMk cId="2472650865" sldId="365"/>
            <ac:picMk id="11" creationId="{C92850AB-61D1-3095-AD6F-A08FED29C0FF}"/>
          </ac:picMkLst>
        </pc:picChg>
      </pc:sldChg>
      <pc:sldChg chg="addSp delSp modSp new mod">
        <pc:chgData name="Korochkina, Maria" userId="c909cca0-0566-42e0-8dc0-791f330c8ce2" providerId="ADAL" clId="{A49F2524-3D7B-456C-8E19-AF22EAC47B72}" dt="2025-07-15T11:46:29.497" v="14873" actId="1076"/>
        <pc:sldMkLst>
          <pc:docMk/>
          <pc:sldMk cId="1834072693" sldId="366"/>
        </pc:sldMkLst>
        <pc:spChg chg="mod">
          <ac:chgData name="Korochkina, Maria" userId="c909cca0-0566-42e0-8dc0-791f330c8ce2" providerId="ADAL" clId="{A49F2524-3D7B-456C-8E19-AF22EAC47B72}" dt="2025-07-15T11:41:39.228" v="14841" actId="2711"/>
          <ac:spMkLst>
            <pc:docMk/>
            <pc:sldMk cId="1834072693" sldId="366"/>
            <ac:spMk id="2" creationId="{F19DE195-5EA1-1F83-A053-AF7DE3F3FF8B}"/>
          </ac:spMkLst>
        </pc:spChg>
        <pc:picChg chg="add mod">
          <ac:chgData name="Korochkina, Maria" userId="c909cca0-0566-42e0-8dc0-791f330c8ce2" providerId="ADAL" clId="{A49F2524-3D7B-456C-8E19-AF22EAC47B72}" dt="2025-07-15T11:46:18.553" v="14871" actId="1076"/>
          <ac:picMkLst>
            <pc:docMk/>
            <pc:sldMk cId="1834072693" sldId="366"/>
            <ac:picMk id="7" creationId="{26C199FF-4175-AB3F-6148-8473E43F0791}"/>
          </ac:picMkLst>
        </pc:picChg>
        <pc:picChg chg="add mod">
          <ac:chgData name="Korochkina, Maria" userId="c909cca0-0566-42e0-8dc0-791f330c8ce2" providerId="ADAL" clId="{A49F2524-3D7B-456C-8E19-AF22EAC47B72}" dt="2025-07-15T11:46:29.497" v="14873" actId="1076"/>
          <ac:picMkLst>
            <pc:docMk/>
            <pc:sldMk cId="1834072693" sldId="366"/>
            <ac:picMk id="9" creationId="{2455BAA3-F315-25FA-A73E-5DCD761FC8E9}"/>
          </ac:picMkLst>
        </pc:picChg>
      </pc:sldChg>
      <pc:sldChg chg="delSp modSp add mod">
        <pc:chgData name="Korochkina, Maria" userId="c909cca0-0566-42e0-8dc0-791f330c8ce2" providerId="ADAL" clId="{A49F2524-3D7B-456C-8E19-AF22EAC47B72}" dt="2025-07-15T11:46:04.739" v="14867" actId="1076"/>
        <pc:sldMkLst>
          <pc:docMk/>
          <pc:sldMk cId="545714114" sldId="367"/>
        </pc:sldMkLst>
        <pc:picChg chg="mod">
          <ac:chgData name="Korochkina, Maria" userId="c909cca0-0566-42e0-8dc0-791f330c8ce2" providerId="ADAL" clId="{A49F2524-3D7B-456C-8E19-AF22EAC47B72}" dt="2025-07-15T11:46:04.739" v="14867" actId="1076"/>
          <ac:picMkLst>
            <pc:docMk/>
            <pc:sldMk cId="545714114" sldId="367"/>
            <ac:picMk id="5" creationId="{C970E14B-58D3-5620-ADC1-E201A2392913}"/>
          </ac:picMkLst>
        </pc:picChg>
      </pc:sldChg>
      <pc:sldChg chg="addSp delSp modSp new mod">
        <pc:chgData name="Korochkina, Maria" userId="c909cca0-0566-42e0-8dc0-791f330c8ce2" providerId="ADAL" clId="{A49F2524-3D7B-456C-8E19-AF22EAC47B72}" dt="2025-07-22T14:34:24.369" v="17327" actId="20577"/>
        <pc:sldMkLst>
          <pc:docMk/>
          <pc:sldMk cId="27091033" sldId="368"/>
        </pc:sldMkLst>
        <pc:spChg chg="mod">
          <ac:chgData name="Korochkina, Maria" userId="c909cca0-0566-42e0-8dc0-791f330c8ce2" providerId="ADAL" clId="{A49F2524-3D7B-456C-8E19-AF22EAC47B72}" dt="2025-07-22T14:34:24.369" v="17327" actId="20577"/>
          <ac:spMkLst>
            <pc:docMk/>
            <pc:sldMk cId="27091033" sldId="368"/>
            <ac:spMk id="2" creationId="{49995B14-0110-9561-27FC-EB3C77A84F62}"/>
          </ac:spMkLst>
        </pc:spChg>
        <pc:spChg chg="add mod">
          <ac:chgData name="Korochkina, Maria" userId="c909cca0-0566-42e0-8dc0-791f330c8ce2" providerId="ADAL" clId="{A49F2524-3D7B-456C-8E19-AF22EAC47B72}" dt="2025-07-15T12:13:01.717" v="16272" actId="20577"/>
          <ac:spMkLst>
            <pc:docMk/>
            <pc:sldMk cId="27091033" sldId="368"/>
            <ac:spMk id="6" creationId="{551EB423-55FD-3498-004B-38D1D0EC4021}"/>
          </ac:spMkLst>
        </pc:spChg>
        <pc:picChg chg="add mod">
          <ac:chgData name="Korochkina, Maria" userId="c909cca0-0566-42e0-8dc0-791f330c8ce2" providerId="ADAL" clId="{A49F2524-3D7B-456C-8E19-AF22EAC47B72}" dt="2025-07-15T15:42:19.838" v="17061" actId="1076"/>
          <ac:picMkLst>
            <pc:docMk/>
            <pc:sldMk cId="27091033" sldId="368"/>
            <ac:picMk id="8" creationId="{D26208AE-F1DF-3B0D-3B99-62DA40307965}"/>
          </ac:picMkLst>
        </pc:picChg>
      </pc:sldChg>
      <pc:sldChg chg="addSp delSp add del mod">
        <pc:chgData name="Korochkina, Maria" userId="c909cca0-0566-42e0-8dc0-791f330c8ce2" providerId="ADAL" clId="{A49F2524-3D7B-456C-8E19-AF22EAC47B72}" dt="2025-07-15T14:01:00.875" v="16277" actId="47"/>
        <pc:sldMkLst>
          <pc:docMk/>
          <pc:sldMk cId="1212789145" sldId="369"/>
        </pc:sldMkLst>
      </pc:sldChg>
      <pc:sldChg chg="addSp delSp modSp new mod">
        <pc:chgData name="Korochkina, Maria" userId="c909cca0-0566-42e0-8dc0-791f330c8ce2" providerId="ADAL" clId="{A49F2524-3D7B-456C-8E19-AF22EAC47B72}" dt="2025-07-22T14:34:28.729" v="17334" actId="20577"/>
        <pc:sldMkLst>
          <pc:docMk/>
          <pc:sldMk cId="2542469465" sldId="369"/>
        </pc:sldMkLst>
        <pc:spChg chg="mod">
          <ac:chgData name="Korochkina, Maria" userId="c909cca0-0566-42e0-8dc0-791f330c8ce2" providerId="ADAL" clId="{A49F2524-3D7B-456C-8E19-AF22EAC47B72}" dt="2025-07-22T14:34:28.729" v="17334" actId="20577"/>
          <ac:spMkLst>
            <pc:docMk/>
            <pc:sldMk cId="2542469465" sldId="369"/>
            <ac:spMk id="2" creationId="{C7FE2F96-95B4-5FB1-58C5-792FB96FD93B}"/>
          </ac:spMkLst>
        </pc:spChg>
        <pc:picChg chg="add mod">
          <ac:chgData name="Korochkina, Maria" userId="c909cca0-0566-42e0-8dc0-791f330c8ce2" providerId="ADAL" clId="{A49F2524-3D7B-456C-8E19-AF22EAC47B72}" dt="2025-07-15T15:07:51.864" v="16336" actId="1076"/>
          <ac:picMkLst>
            <pc:docMk/>
            <pc:sldMk cId="2542469465" sldId="369"/>
            <ac:picMk id="5" creationId="{208380A4-F87C-E10D-F582-2936A20649BB}"/>
          </ac:picMkLst>
        </pc:picChg>
      </pc:sldChg>
      <pc:sldChg chg="addSp delSp modSp add mod">
        <pc:chgData name="Korochkina, Maria" userId="c909cca0-0566-42e0-8dc0-791f330c8ce2" providerId="ADAL" clId="{A49F2524-3D7B-456C-8E19-AF22EAC47B72}" dt="2025-07-22T14:34:33.392" v="17341" actId="20577"/>
        <pc:sldMkLst>
          <pc:docMk/>
          <pc:sldMk cId="724971458" sldId="370"/>
        </pc:sldMkLst>
        <pc:spChg chg="mod">
          <ac:chgData name="Korochkina, Maria" userId="c909cca0-0566-42e0-8dc0-791f330c8ce2" providerId="ADAL" clId="{A49F2524-3D7B-456C-8E19-AF22EAC47B72}" dt="2025-07-22T14:34:33.392" v="17341" actId="20577"/>
          <ac:spMkLst>
            <pc:docMk/>
            <pc:sldMk cId="724971458" sldId="370"/>
            <ac:spMk id="2" creationId="{A3B27297-3877-149B-CAA3-FAF2A184634E}"/>
          </ac:spMkLst>
        </pc:spChg>
        <pc:picChg chg="add mod">
          <ac:chgData name="Korochkina, Maria" userId="c909cca0-0566-42e0-8dc0-791f330c8ce2" providerId="ADAL" clId="{A49F2524-3D7B-456C-8E19-AF22EAC47B72}" dt="2025-07-15T15:08:33.466" v="16340" actId="1076"/>
          <ac:picMkLst>
            <pc:docMk/>
            <pc:sldMk cId="724971458" sldId="370"/>
            <ac:picMk id="4" creationId="{CD6654BB-643A-5DCB-651F-63E7748D2536}"/>
          </ac:picMkLst>
        </pc:picChg>
      </pc:sldChg>
      <pc:sldChg chg="modSp new mod modNotesTx">
        <pc:chgData name="Korochkina, Maria" userId="c909cca0-0566-42e0-8dc0-791f330c8ce2" providerId="ADAL" clId="{A49F2524-3D7B-456C-8E19-AF22EAC47B72}" dt="2025-07-15T15:45:55.357" v="17171" actId="20577"/>
        <pc:sldMkLst>
          <pc:docMk/>
          <pc:sldMk cId="928219662" sldId="371"/>
        </pc:sldMkLst>
        <pc:spChg chg="mod">
          <ac:chgData name="Korochkina, Maria" userId="c909cca0-0566-42e0-8dc0-791f330c8ce2" providerId="ADAL" clId="{A49F2524-3D7B-456C-8E19-AF22EAC47B72}" dt="2025-07-15T15:31:39.963" v="16770" actId="20577"/>
          <ac:spMkLst>
            <pc:docMk/>
            <pc:sldMk cId="928219662" sldId="371"/>
            <ac:spMk id="2" creationId="{FEC6C62A-9A3C-AA44-5C16-FAA62F15C51A}"/>
          </ac:spMkLst>
        </pc:spChg>
        <pc:spChg chg="mod">
          <ac:chgData name="Korochkina, Maria" userId="c909cca0-0566-42e0-8dc0-791f330c8ce2" providerId="ADAL" clId="{A49F2524-3D7B-456C-8E19-AF22EAC47B72}" dt="2025-07-15T15:45:55.357" v="17171" actId="20577"/>
          <ac:spMkLst>
            <pc:docMk/>
            <pc:sldMk cId="928219662" sldId="371"/>
            <ac:spMk id="3" creationId="{B73FB78C-1F96-D1D1-095A-A88FCBEB63F2}"/>
          </ac:spMkLst>
        </pc:spChg>
      </pc:sldChg>
      <pc:sldChg chg="addSp delSp modSp new mod">
        <pc:chgData name="Korochkina, Maria" userId="c909cca0-0566-42e0-8dc0-791f330c8ce2" providerId="ADAL" clId="{A49F2524-3D7B-456C-8E19-AF22EAC47B72}" dt="2025-07-22T15:34:05.153" v="19620"/>
        <pc:sldMkLst>
          <pc:docMk/>
          <pc:sldMk cId="201032223" sldId="372"/>
        </pc:sldMkLst>
        <pc:spChg chg="mod">
          <ac:chgData name="Korochkina, Maria" userId="c909cca0-0566-42e0-8dc0-791f330c8ce2" providerId="ADAL" clId="{A49F2524-3D7B-456C-8E19-AF22EAC47B72}" dt="2025-07-15T15:33:59.035" v="16784" actId="2711"/>
          <ac:spMkLst>
            <pc:docMk/>
            <pc:sldMk cId="201032223" sldId="372"/>
            <ac:spMk id="2" creationId="{1C5867FA-EA36-C91E-DF43-16B995C8D644}"/>
          </ac:spMkLst>
        </pc:spChg>
        <pc:spChg chg="add mod">
          <ac:chgData name="Korochkina, Maria" userId="c909cca0-0566-42e0-8dc0-791f330c8ce2" providerId="ADAL" clId="{A49F2524-3D7B-456C-8E19-AF22EAC47B72}" dt="2025-07-22T15:34:05.153" v="19620"/>
          <ac:spMkLst>
            <pc:docMk/>
            <pc:sldMk cId="201032223" sldId="372"/>
            <ac:spMk id="3" creationId="{838618D8-CBD3-CEA6-B75A-1593DF94C113}"/>
          </ac:spMkLst>
        </pc:spChg>
        <pc:spChg chg="add mod">
          <ac:chgData name="Korochkina, Maria" userId="c909cca0-0566-42e0-8dc0-791f330c8ce2" providerId="ADAL" clId="{A49F2524-3D7B-456C-8E19-AF22EAC47B72}" dt="2025-07-15T15:34:22.182" v="16786"/>
          <ac:spMkLst>
            <pc:docMk/>
            <pc:sldMk cId="201032223" sldId="372"/>
            <ac:spMk id="4" creationId="{86B16905-DBA4-74F7-4B2F-DAD6F9D00C0B}"/>
          </ac:spMkLst>
        </pc:spChg>
        <pc:spChg chg="add mod">
          <ac:chgData name="Korochkina, Maria" userId="c909cca0-0566-42e0-8dc0-791f330c8ce2" providerId="ADAL" clId="{A49F2524-3D7B-456C-8E19-AF22EAC47B72}" dt="2025-07-15T15:34:22.182" v="16786"/>
          <ac:spMkLst>
            <pc:docMk/>
            <pc:sldMk cId="201032223" sldId="372"/>
            <ac:spMk id="11" creationId="{EC1736DA-768D-3C9A-1EE5-188154400DBA}"/>
          </ac:spMkLst>
        </pc:spChg>
        <pc:spChg chg="add mod">
          <ac:chgData name="Korochkina, Maria" userId="c909cca0-0566-42e0-8dc0-791f330c8ce2" providerId="ADAL" clId="{A49F2524-3D7B-456C-8E19-AF22EAC47B72}" dt="2025-07-15T15:34:22.182" v="16786"/>
          <ac:spMkLst>
            <pc:docMk/>
            <pc:sldMk cId="201032223" sldId="372"/>
            <ac:spMk id="12" creationId="{47EAFBA6-17FC-19D3-98DE-8DA0CBF3A1F6}"/>
          </ac:spMkLst>
        </pc:spChg>
        <pc:spChg chg="add mod">
          <ac:chgData name="Korochkina, Maria" userId="c909cca0-0566-42e0-8dc0-791f330c8ce2" providerId="ADAL" clId="{A49F2524-3D7B-456C-8E19-AF22EAC47B72}" dt="2025-07-15T15:34:22.182" v="16786"/>
          <ac:spMkLst>
            <pc:docMk/>
            <pc:sldMk cId="201032223" sldId="372"/>
            <ac:spMk id="13" creationId="{161A626C-0D1B-E878-59BE-9E394E592C49}"/>
          </ac:spMkLst>
        </pc:spChg>
        <pc:spChg chg="add mod">
          <ac:chgData name="Korochkina, Maria" userId="c909cca0-0566-42e0-8dc0-791f330c8ce2" providerId="ADAL" clId="{A49F2524-3D7B-456C-8E19-AF22EAC47B72}" dt="2025-07-15T15:34:22.182" v="16786"/>
          <ac:spMkLst>
            <pc:docMk/>
            <pc:sldMk cId="201032223" sldId="372"/>
            <ac:spMk id="17" creationId="{B11E40E0-DA1D-3EF2-B07F-94DD9DF17205}"/>
          </ac:spMkLst>
        </pc:spChg>
        <pc:picChg chg="add mod">
          <ac:chgData name="Korochkina, Maria" userId="c909cca0-0566-42e0-8dc0-791f330c8ce2" providerId="ADAL" clId="{A49F2524-3D7B-456C-8E19-AF22EAC47B72}" dt="2025-07-15T15:34:22.182" v="16786"/>
          <ac:picMkLst>
            <pc:docMk/>
            <pc:sldMk cId="201032223" sldId="372"/>
            <ac:picMk id="5" creationId="{A807FE61-C75B-98B1-BDE1-860F62E6A47A}"/>
          </ac:picMkLst>
        </pc:picChg>
        <pc:picChg chg="add mod">
          <ac:chgData name="Korochkina, Maria" userId="c909cca0-0566-42e0-8dc0-791f330c8ce2" providerId="ADAL" clId="{A49F2524-3D7B-456C-8E19-AF22EAC47B72}" dt="2025-07-15T15:34:22.182" v="16786"/>
          <ac:picMkLst>
            <pc:docMk/>
            <pc:sldMk cId="201032223" sldId="372"/>
            <ac:picMk id="10" creationId="{0C11493D-BC50-54BD-FFD3-FE9A474FAA41}"/>
          </ac:picMkLst>
        </pc:picChg>
        <pc:picChg chg="add mod">
          <ac:chgData name="Korochkina, Maria" userId="c909cca0-0566-42e0-8dc0-791f330c8ce2" providerId="ADAL" clId="{A49F2524-3D7B-456C-8E19-AF22EAC47B72}" dt="2025-07-22T15:34:05.153" v="19620"/>
          <ac:picMkLst>
            <pc:docMk/>
            <pc:sldMk cId="201032223" sldId="372"/>
            <ac:picMk id="20" creationId="{367B4EF0-F9B9-BE5F-0E51-C03C813EDD9D}"/>
          </ac:picMkLst>
        </pc:picChg>
        <pc:cxnChg chg="add mod">
          <ac:chgData name="Korochkina, Maria" userId="c909cca0-0566-42e0-8dc0-791f330c8ce2" providerId="ADAL" clId="{A49F2524-3D7B-456C-8E19-AF22EAC47B72}" dt="2025-07-15T15:34:22.182" v="16786"/>
          <ac:cxnSpMkLst>
            <pc:docMk/>
            <pc:sldMk cId="201032223" sldId="372"/>
            <ac:cxnSpMk id="9" creationId="{52077433-904B-5629-FFE2-67A7D687E493}"/>
          </ac:cxnSpMkLst>
        </pc:cxnChg>
        <pc:cxnChg chg="add mod">
          <ac:chgData name="Korochkina, Maria" userId="c909cca0-0566-42e0-8dc0-791f330c8ce2" providerId="ADAL" clId="{A49F2524-3D7B-456C-8E19-AF22EAC47B72}" dt="2025-07-22T15:34:05.153" v="19620"/>
          <ac:cxnSpMkLst>
            <pc:docMk/>
            <pc:sldMk cId="201032223" sldId="372"/>
            <ac:cxnSpMk id="19" creationId="{15D20B52-591E-E994-3637-2E3280EF09D4}"/>
          </ac:cxnSpMkLst>
        </pc:cxnChg>
      </pc:sldChg>
      <pc:sldChg chg="addSp delSp modSp add mod">
        <pc:chgData name="Korochkina, Maria" userId="c909cca0-0566-42e0-8dc0-791f330c8ce2" providerId="ADAL" clId="{A49F2524-3D7B-456C-8E19-AF22EAC47B72}" dt="2025-07-22T15:33:55.611" v="19618"/>
        <pc:sldMkLst>
          <pc:docMk/>
          <pc:sldMk cId="1762498106" sldId="373"/>
        </pc:sldMkLst>
        <pc:spChg chg="add mod">
          <ac:chgData name="Korochkina, Maria" userId="c909cca0-0566-42e0-8dc0-791f330c8ce2" providerId="ADAL" clId="{A49F2524-3D7B-456C-8E19-AF22EAC47B72}" dt="2025-07-22T15:33:55.611" v="19618"/>
          <ac:spMkLst>
            <pc:docMk/>
            <pc:sldMk cId="1762498106" sldId="373"/>
            <ac:spMk id="3" creationId="{BD5E2799-B74C-156A-2941-CAF075862C9F}"/>
          </ac:spMkLst>
        </pc:spChg>
        <pc:picChg chg="add mod">
          <ac:chgData name="Korochkina, Maria" userId="c909cca0-0566-42e0-8dc0-791f330c8ce2" providerId="ADAL" clId="{A49F2524-3D7B-456C-8E19-AF22EAC47B72}" dt="2025-07-22T15:33:55.611" v="19618"/>
          <ac:picMkLst>
            <pc:docMk/>
            <pc:sldMk cId="1762498106" sldId="373"/>
            <ac:picMk id="19" creationId="{3049A0C6-1909-B3BA-C160-4380BCDC827D}"/>
          </ac:picMkLst>
        </pc:picChg>
        <pc:cxnChg chg="add mod">
          <ac:chgData name="Korochkina, Maria" userId="c909cca0-0566-42e0-8dc0-791f330c8ce2" providerId="ADAL" clId="{A49F2524-3D7B-456C-8E19-AF22EAC47B72}" dt="2025-07-22T15:33:55.611" v="19618"/>
          <ac:cxnSpMkLst>
            <pc:docMk/>
            <pc:sldMk cId="1762498106" sldId="373"/>
            <ac:cxnSpMk id="17" creationId="{62DA9008-F056-06E0-9C38-3E45C82B874C}"/>
          </ac:cxnSpMkLst>
        </pc:cxnChg>
      </pc:sldChg>
      <pc:sldChg chg="addSp delSp modSp add mod">
        <pc:chgData name="Korochkina, Maria" userId="c909cca0-0566-42e0-8dc0-791f330c8ce2" providerId="ADAL" clId="{A49F2524-3D7B-456C-8E19-AF22EAC47B72}" dt="2025-07-22T15:34:36.991" v="19624"/>
        <pc:sldMkLst>
          <pc:docMk/>
          <pc:sldMk cId="2175877051" sldId="374"/>
        </pc:sldMkLst>
        <pc:spChg chg="add mod">
          <ac:chgData name="Korochkina, Maria" userId="c909cca0-0566-42e0-8dc0-791f330c8ce2" providerId="ADAL" clId="{A49F2524-3D7B-456C-8E19-AF22EAC47B72}" dt="2025-07-22T15:34:12.962" v="19623"/>
          <ac:spMkLst>
            <pc:docMk/>
            <pc:sldMk cId="2175877051" sldId="374"/>
            <ac:spMk id="3" creationId="{71E01195-2C46-3030-365F-026C7026469D}"/>
          </ac:spMkLst>
        </pc:spChg>
        <pc:spChg chg="add mod">
          <ac:chgData name="Korochkina, Maria" userId="c909cca0-0566-42e0-8dc0-791f330c8ce2" providerId="ADAL" clId="{A49F2524-3D7B-456C-8E19-AF22EAC47B72}" dt="2025-07-22T15:34:36.991" v="19624"/>
          <ac:spMkLst>
            <pc:docMk/>
            <pc:sldMk cId="2175877051" sldId="374"/>
            <ac:spMk id="21" creationId="{CDE2D20A-AA48-1040-DB61-B2C2B5B29E32}"/>
          </ac:spMkLst>
        </pc:spChg>
        <pc:picChg chg="add mod">
          <ac:chgData name="Korochkina, Maria" userId="c909cca0-0566-42e0-8dc0-791f330c8ce2" providerId="ADAL" clId="{A49F2524-3D7B-456C-8E19-AF22EAC47B72}" dt="2025-07-22T15:34:12.962" v="19623"/>
          <ac:picMkLst>
            <pc:docMk/>
            <pc:sldMk cId="2175877051" sldId="374"/>
            <ac:picMk id="20" creationId="{53E5F653-2721-96B2-2E25-8A89717B20F3}"/>
          </ac:picMkLst>
        </pc:picChg>
        <pc:cxnChg chg="add mod">
          <ac:chgData name="Korochkina, Maria" userId="c909cca0-0566-42e0-8dc0-791f330c8ce2" providerId="ADAL" clId="{A49F2524-3D7B-456C-8E19-AF22EAC47B72}" dt="2025-07-22T15:34:12.962" v="19623"/>
          <ac:cxnSpMkLst>
            <pc:docMk/>
            <pc:sldMk cId="2175877051" sldId="374"/>
            <ac:cxnSpMk id="19" creationId="{8BD77BE6-E501-C5F6-4804-B23CDDE843FC}"/>
          </ac:cxnSpMkLst>
        </pc:cxnChg>
      </pc:sldChg>
      <pc:sldChg chg="addSp delSp modSp add mod">
        <pc:chgData name="Korochkina, Maria" userId="c909cca0-0566-42e0-8dc0-791f330c8ce2" providerId="ADAL" clId="{A49F2524-3D7B-456C-8E19-AF22EAC47B72}" dt="2025-07-15T15:37:11.196" v="16887" actId="1076"/>
        <pc:sldMkLst>
          <pc:docMk/>
          <pc:sldMk cId="3027749522" sldId="375"/>
        </pc:sldMkLst>
        <pc:spChg chg="mod">
          <ac:chgData name="Korochkina, Maria" userId="c909cca0-0566-42e0-8dc0-791f330c8ce2" providerId="ADAL" clId="{A49F2524-3D7B-456C-8E19-AF22EAC47B72}" dt="2025-07-15T15:36:34.275" v="16879" actId="20577"/>
          <ac:spMkLst>
            <pc:docMk/>
            <pc:sldMk cId="3027749522" sldId="375"/>
            <ac:spMk id="2" creationId="{A27399C6-29A3-E0AE-0094-CCF748B8BCF3}"/>
          </ac:spMkLst>
        </pc:spChg>
        <pc:spChg chg="add mod">
          <ac:chgData name="Korochkina, Maria" userId="c909cca0-0566-42e0-8dc0-791f330c8ce2" providerId="ADAL" clId="{A49F2524-3D7B-456C-8E19-AF22EAC47B72}" dt="2025-07-15T15:37:11.196" v="16887" actId="1076"/>
          <ac:spMkLst>
            <pc:docMk/>
            <pc:sldMk cId="3027749522" sldId="375"/>
            <ac:spMk id="19" creationId="{6FEC07AD-007D-72E3-BEF9-FF67450B43E2}"/>
          </ac:spMkLst>
        </pc:spChg>
      </pc:sldChg>
      <pc:sldChg chg="addSp modSp new mod modNotesTx">
        <pc:chgData name="Korochkina, Maria" userId="c909cca0-0566-42e0-8dc0-791f330c8ce2" providerId="ADAL" clId="{A49F2524-3D7B-456C-8E19-AF22EAC47B72}" dt="2025-07-15T15:39:43.989" v="17053" actId="20577"/>
        <pc:sldMkLst>
          <pc:docMk/>
          <pc:sldMk cId="1377363723" sldId="376"/>
        </pc:sldMkLst>
        <pc:picChg chg="add mod">
          <ac:chgData name="Korochkina, Maria" userId="c909cca0-0566-42e0-8dc0-791f330c8ce2" providerId="ADAL" clId="{A49F2524-3D7B-456C-8E19-AF22EAC47B72}" dt="2025-07-15T15:38:43.001" v="16930" actId="1076"/>
          <ac:picMkLst>
            <pc:docMk/>
            <pc:sldMk cId="1377363723" sldId="376"/>
            <ac:picMk id="3" creationId="{600B46FD-1558-28FF-A4A8-2614F37EC6EA}"/>
          </ac:picMkLst>
        </pc:picChg>
      </pc:sldChg>
      <pc:sldChg chg="addSp modSp add mod">
        <pc:chgData name="Korochkina, Maria" userId="c909cca0-0566-42e0-8dc0-791f330c8ce2" providerId="ADAL" clId="{A49F2524-3D7B-456C-8E19-AF22EAC47B72}" dt="2025-07-22T15:33:00.294" v="19615"/>
        <pc:sldMkLst>
          <pc:docMk/>
          <pc:sldMk cId="2339319349" sldId="377"/>
        </pc:sldMkLst>
        <pc:spChg chg="mod">
          <ac:chgData name="Korochkina, Maria" userId="c909cca0-0566-42e0-8dc0-791f330c8ce2" providerId="ADAL" clId="{A49F2524-3D7B-456C-8E19-AF22EAC47B72}" dt="2025-07-22T14:35:25.414" v="17357" actId="20577"/>
          <ac:spMkLst>
            <pc:docMk/>
            <pc:sldMk cId="2339319349" sldId="377"/>
            <ac:spMk id="2" creationId="{23F95B10-2E3B-0C2B-4228-8E568E2A35A8}"/>
          </ac:spMkLst>
        </pc:spChg>
        <pc:spChg chg="mod">
          <ac:chgData name="Korochkina, Maria" userId="c909cca0-0566-42e0-8dc0-791f330c8ce2" providerId="ADAL" clId="{A49F2524-3D7B-456C-8E19-AF22EAC47B72}" dt="2025-07-22T14:56:55.855" v="18532" actId="20577"/>
          <ac:spMkLst>
            <pc:docMk/>
            <pc:sldMk cId="2339319349" sldId="377"/>
            <ac:spMk id="3" creationId="{EF03A9C1-F637-326E-57F2-0DE455F936F5}"/>
          </ac:spMkLst>
        </pc:spChg>
        <pc:picChg chg="add mod">
          <ac:chgData name="Korochkina, Maria" userId="c909cca0-0566-42e0-8dc0-791f330c8ce2" providerId="ADAL" clId="{A49F2524-3D7B-456C-8E19-AF22EAC47B72}" dt="2025-07-22T15:32:03.377" v="19613" actId="1076"/>
          <ac:picMkLst>
            <pc:docMk/>
            <pc:sldMk cId="2339319349" sldId="377"/>
            <ac:picMk id="4" creationId="{65F12BA0-AF5C-0904-DE53-9790E6C40588}"/>
          </ac:picMkLst>
        </pc:picChg>
        <pc:picChg chg="add mod">
          <ac:chgData name="Korochkina, Maria" userId="c909cca0-0566-42e0-8dc0-791f330c8ce2" providerId="ADAL" clId="{A49F2524-3D7B-456C-8E19-AF22EAC47B72}" dt="2025-07-22T15:32:03.377" v="19613" actId="1076"/>
          <ac:picMkLst>
            <pc:docMk/>
            <pc:sldMk cId="2339319349" sldId="377"/>
            <ac:picMk id="5" creationId="{A7B29008-4F5A-F372-9110-9DD75DC9EAA8}"/>
          </ac:picMkLst>
        </pc:picChg>
        <pc:picChg chg="add mod">
          <ac:chgData name="Korochkina, Maria" userId="c909cca0-0566-42e0-8dc0-791f330c8ce2" providerId="ADAL" clId="{A49F2524-3D7B-456C-8E19-AF22EAC47B72}" dt="2025-07-22T15:32:08.980" v="19614" actId="1076"/>
          <ac:picMkLst>
            <pc:docMk/>
            <pc:sldMk cId="2339319349" sldId="377"/>
            <ac:picMk id="6" creationId="{432DB867-E591-D3CB-54A7-B7439B84B629}"/>
          </ac:picMkLst>
        </pc:picChg>
      </pc:sldChg>
      <pc:sldChg chg="addSp delSp modSp add mod ord">
        <pc:chgData name="Korochkina, Maria" userId="c909cca0-0566-42e0-8dc0-791f330c8ce2" providerId="ADAL" clId="{A49F2524-3D7B-456C-8E19-AF22EAC47B72}" dt="2025-07-22T15:10:34.175" v="19049" actId="478"/>
        <pc:sldMkLst>
          <pc:docMk/>
          <pc:sldMk cId="3695562567" sldId="378"/>
        </pc:sldMkLst>
        <pc:spChg chg="mod">
          <ac:chgData name="Korochkina, Maria" userId="c909cca0-0566-42e0-8dc0-791f330c8ce2" providerId="ADAL" clId="{A49F2524-3D7B-456C-8E19-AF22EAC47B72}" dt="2025-07-22T14:57:45.641" v="18569" actId="20577"/>
          <ac:spMkLst>
            <pc:docMk/>
            <pc:sldMk cId="3695562567" sldId="378"/>
            <ac:spMk id="2" creationId="{9BAEE2B0-8B6A-C576-BA2D-361DC5848E3D}"/>
          </ac:spMkLst>
        </pc:spChg>
        <pc:spChg chg="add mod">
          <ac:chgData name="Korochkina, Maria" userId="c909cca0-0566-42e0-8dc0-791f330c8ce2" providerId="ADAL" clId="{A49F2524-3D7B-456C-8E19-AF22EAC47B72}" dt="2025-07-22T15:10:08.717" v="19017" actId="14100"/>
          <ac:spMkLst>
            <pc:docMk/>
            <pc:sldMk cId="3695562567" sldId="378"/>
            <ac:spMk id="10" creationId="{EBA33052-E4C2-C174-1488-0A384ECA9FD8}"/>
          </ac:spMkLst>
        </pc:spChg>
        <pc:graphicFrameChg chg="add mod modGraphic">
          <ac:chgData name="Korochkina, Maria" userId="c909cca0-0566-42e0-8dc0-791f330c8ce2" providerId="ADAL" clId="{A49F2524-3D7B-456C-8E19-AF22EAC47B72}" dt="2025-07-22T15:07:07.673" v="18883" actId="1076"/>
          <ac:graphicFrameMkLst>
            <pc:docMk/>
            <pc:sldMk cId="3695562567" sldId="378"/>
            <ac:graphicFrameMk id="7" creationId="{5F61D680-E008-00EB-2C1F-4428E928AEB4}"/>
          </ac:graphicFrameMkLst>
        </pc:graphicFrameChg>
      </pc:sldChg>
      <pc:sldChg chg="new del">
        <pc:chgData name="Korochkina, Maria" userId="c909cca0-0566-42e0-8dc0-791f330c8ce2" providerId="ADAL" clId="{A49F2524-3D7B-456C-8E19-AF22EAC47B72}" dt="2025-07-22T14:57:11.180" v="18534" actId="47"/>
        <pc:sldMkLst>
          <pc:docMk/>
          <pc:sldMk cId="4252225532" sldId="378"/>
        </pc:sldMkLst>
      </pc:sldChg>
      <pc:sldChg chg="addSp delSp modSp add mod">
        <pc:chgData name="Korochkina, Maria" userId="c909cca0-0566-42e0-8dc0-791f330c8ce2" providerId="ADAL" clId="{A49F2524-3D7B-456C-8E19-AF22EAC47B72}" dt="2025-07-22T15:27:35.993" v="19579" actId="207"/>
        <pc:sldMkLst>
          <pc:docMk/>
          <pc:sldMk cId="140605072" sldId="379"/>
        </pc:sldMkLst>
        <pc:spChg chg="add mod">
          <ac:chgData name="Korochkina, Maria" userId="c909cca0-0566-42e0-8dc0-791f330c8ce2" providerId="ADAL" clId="{A49F2524-3D7B-456C-8E19-AF22EAC47B72}" dt="2025-07-22T15:27:35.993" v="19579" actId="207"/>
          <ac:spMkLst>
            <pc:docMk/>
            <pc:sldMk cId="140605072" sldId="379"/>
            <ac:spMk id="4" creationId="{E3E0CCCD-DC1E-4E15-E320-9C730FB4B5EC}"/>
          </ac:spMkLst>
        </pc:spChg>
        <pc:graphicFrameChg chg="mod modGraphic">
          <ac:chgData name="Korochkina, Maria" userId="c909cca0-0566-42e0-8dc0-791f330c8ce2" providerId="ADAL" clId="{A49F2524-3D7B-456C-8E19-AF22EAC47B72}" dt="2025-07-22T15:21:13.481" v="19410" actId="1076"/>
          <ac:graphicFrameMkLst>
            <pc:docMk/>
            <pc:sldMk cId="140605072" sldId="379"/>
            <ac:graphicFrameMk id="8" creationId="{258C4E61-332B-6F85-CBD7-489AA19CA3DA}"/>
          </ac:graphicFrameMkLst>
        </pc:graphicFrameChg>
      </pc:sldChg>
      <pc:sldChg chg="delSp add del mod">
        <pc:chgData name="Korochkina, Maria" userId="c909cca0-0566-42e0-8dc0-791f330c8ce2" providerId="ADAL" clId="{A49F2524-3D7B-456C-8E19-AF22EAC47B72}" dt="2025-07-22T15:13:29.979" v="19146" actId="47"/>
        <pc:sldMkLst>
          <pc:docMk/>
          <pc:sldMk cId="1007229282" sldId="380"/>
        </pc:sldMkLst>
      </pc:sldChg>
      <pc:sldChg chg="delSp modSp add mod">
        <pc:chgData name="Korochkina, Maria" userId="c909cca0-0566-42e0-8dc0-791f330c8ce2" providerId="ADAL" clId="{A49F2524-3D7B-456C-8E19-AF22EAC47B72}" dt="2025-07-22T15:10:52.153" v="19053" actId="478"/>
        <pc:sldMkLst>
          <pc:docMk/>
          <pc:sldMk cId="1492335473" sldId="381"/>
        </pc:sldMkLst>
        <pc:spChg chg="mod">
          <ac:chgData name="Korochkina, Maria" userId="c909cca0-0566-42e0-8dc0-791f330c8ce2" providerId="ADAL" clId="{A49F2524-3D7B-456C-8E19-AF22EAC47B72}" dt="2025-07-22T15:10:28.171" v="19048" actId="1038"/>
          <ac:spMkLst>
            <pc:docMk/>
            <pc:sldMk cId="1492335473" sldId="381"/>
            <ac:spMk id="10" creationId="{EDD0F954-0635-C2CF-32B1-CE9BF8D6B217}"/>
          </ac:spMkLst>
        </pc:spChg>
      </pc:sldChg>
      <pc:sldChg chg="delSp add mod">
        <pc:chgData name="Korochkina, Maria" userId="c909cca0-0566-42e0-8dc0-791f330c8ce2" providerId="ADAL" clId="{A49F2524-3D7B-456C-8E19-AF22EAC47B72}" dt="2025-07-22T15:10:41.876" v="19051" actId="478"/>
        <pc:sldMkLst>
          <pc:docMk/>
          <pc:sldMk cId="510477849" sldId="382"/>
        </pc:sldMkLst>
      </pc:sldChg>
      <pc:sldChg chg="delSp modSp add mod">
        <pc:chgData name="Korochkina, Maria" userId="c909cca0-0566-42e0-8dc0-791f330c8ce2" providerId="ADAL" clId="{A49F2524-3D7B-456C-8E19-AF22EAC47B72}" dt="2025-07-22T15:11:07.217" v="19089" actId="478"/>
        <pc:sldMkLst>
          <pc:docMk/>
          <pc:sldMk cId="618363825" sldId="383"/>
        </pc:sldMkLst>
        <pc:spChg chg="mod">
          <ac:chgData name="Korochkina, Maria" userId="c909cca0-0566-42e0-8dc0-791f330c8ce2" providerId="ADAL" clId="{A49F2524-3D7B-456C-8E19-AF22EAC47B72}" dt="2025-07-22T15:11:01.177" v="19088" actId="14100"/>
          <ac:spMkLst>
            <pc:docMk/>
            <pc:sldMk cId="618363825" sldId="383"/>
            <ac:spMk id="10" creationId="{60A555F1-0A1A-8C49-5042-B75FBF9ADB55}"/>
          </ac:spMkLst>
        </pc:spChg>
      </pc:sldChg>
      <pc:sldChg chg="modSp add mod">
        <pc:chgData name="Korochkina, Maria" userId="c909cca0-0566-42e0-8dc0-791f330c8ce2" providerId="ADAL" clId="{A49F2524-3D7B-456C-8E19-AF22EAC47B72}" dt="2025-07-22T15:11:24.405" v="19131" actId="14100"/>
        <pc:sldMkLst>
          <pc:docMk/>
          <pc:sldMk cId="3296991591" sldId="384"/>
        </pc:sldMkLst>
        <pc:spChg chg="mod">
          <ac:chgData name="Korochkina, Maria" userId="c909cca0-0566-42e0-8dc0-791f330c8ce2" providerId="ADAL" clId="{A49F2524-3D7B-456C-8E19-AF22EAC47B72}" dt="2025-07-22T15:11:24.405" v="19131" actId="14100"/>
          <ac:spMkLst>
            <pc:docMk/>
            <pc:sldMk cId="3296991591" sldId="384"/>
            <ac:spMk id="10" creationId="{E5AAD0A5-1B24-7146-4B44-47C4E55DA4FA}"/>
          </ac:spMkLst>
        </pc:spChg>
      </pc:sldChg>
      <pc:sldChg chg="addSp delSp modSp add mod">
        <pc:chgData name="Korochkina, Maria" userId="c909cca0-0566-42e0-8dc0-791f330c8ce2" providerId="ADAL" clId="{A49F2524-3D7B-456C-8E19-AF22EAC47B72}" dt="2025-07-22T15:26:22.151" v="19575" actId="478"/>
        <pc:sldMkLst>
          <pc:docMk/>
          <pc:sldMk cId="248186040" sldId="385"/>
        </pc:sldMkLst>
        <pc:spChg chg="add mod">
          <ac:chgData name="Korochkina, Maria" userId="c909cca0-0566-42e0-8dc0-791f330c8ce2" providerId="ADAL" clId="{A49F2524-3D7B-456C-8E19-AF22EAC47B72}" dt="2025-07-22T15:22:42.184" v="19424" actId="207"/>
          <ac:spMkLst>
            <pc:docMk/>
            <pc:sldMk cId="248186040" sldId="385"/>
            <ac:spMk id="6" creationId="{427FAD8B-EBFC-5D04-86E0-64416CC9EAC9}"/>
          </ac:spMkLst>
        </pc:spChg>
      </pc:sldChg>
      <pc:sldChg chg="add del">
        <pc:chgData name="Korochkina, Maria" userId="c909cca0-0566-42e0-8dc0-791f330c8ce2" providerId="ADAL" clId="{A49F2524-3D7B-456C-8E19-AF22EAC47B72}" dt="2025-07-22T15:11:40.678" v="19133" actId="47"/>
        <pc:sldMkLst>
          <pc:docMk/>
          <pc:sldMk cId="3788039795" sldId="385"/>
        </pc:sldMkLst>
      </pc:sldChg>
      <pc:sldChg chg="addSp delSp modSp add mod">
        <pc:chgData name="Korochkina, Maria" userId="c909cca0-0566-42e0-8dc0-791f330c8ce2" providerId="ADAL" clId="{A49F2524-3D7B-456C-8E19-AF22EAC47B72}" dt="2025-07-22T15:23:44.394" v="19443"/>
        <pc:sldMkLst>
          <pc:docMk/>
          <pc:sldMk cId="286938118" sldId="386"/>
        </pc:sldMkLst>
        <pc:spChg chg="add mod ord">
          <ac:chgData name="Korochkina, Maria" userId="c909cca0-0566-42e0-8dc0-791f330c8ce2" providerId="ADAL" clId="{A49F2524-3D7B-456C-8E19-AF22EAC47B72}" dt="2025-07-22T15:23:25.948" v="19438" actId="1035"/>
          <ac:spMkLst>
            <pc:docMk/>
            <pc:sldMk cId="286938118" sldId="386"/>
            <ac:spMk id="4" creationId="{7B3EFEA4-820B-F898-D5E6-EB245B0F64D4}"/>
          </ac:spMkLst>
        </pc:spChg>
        <pc:graphicFrameChg chg="add mod">
          <ac:chgData name="Korochkina, Maria" userId="c909cca0-0566-42e0-8dc0-791f330c8ce2" providerId="ADAL" clId="{A49F2524-3D7B-456C-8E19-AF22EAC47B72}" dt="2025-07-22T15:23:06.827" v="19428"/>
          <ac:graphicFrameMkLst>
            <pc:docMk/>
            <pc:sldMk cId="286938118" sldId="386"/>
            <ac:graphicFrameMk id="5" creationId="{4F17C8EA-D26D-D0FC-9A96-23F18D31DB66}"/>
          </ac:graphicFrameMkLst>
        </pc:graphicFrameChg>
        <pc:graphicFrameChg chg="add mod">
          <ac:chgData name="Korochkina, Maria" userId="c909cca0-0566-42e0-8dc0-791f330c8ce2" providerId="ADAL" clId="{A49F2524-3D7B-456C-8E19-AF22EAC47B72}" dt="2025-07-22T15:23:44.394" v="19443"/>
          <ac:graphicFrameMkLst>
            <pc:docMk/>
            <pc:sldMk cId="286938118" sldId="386"/>
            <ac:graphicFrameMk id="6" creationId="{B948B60B-9A31-0CBA-7318-0E8A5B3B0513}"/>
          </ac:graphicFrameMkLst>
        </pc:graphicFrameChg>
      </pc:sldChg>
      <pc:sldChg chg="delSp modSp add del mod">
        <pc:chgData name="Korochkina, Maria" userId="c909cca0-0566-42e0-8dc0-791f330c8ce2" providerId="ADAL" clId="{A49F2524-3D7B-456C-8E19-AF22EAC47B72}" dt="2025-07-22T15:23:29.845" v="19439" actId="47"/>
        <pc:sldMkLst>
          <pc:docMk/>
          <pc:sldMk cId="654705513" sldId="387"/>
        </pc:sldMkLst>
      </pc:sldChg>
      <pc:sldChg chg="delSp modSp add del mod">
        <pc:chgData name="Korochkina, Maria" userId="c909cca0-0566-42e0-8dc0-791f330c8ce2" providerId="ADAL" clId="{A49F2524-3D7B-456C-8E19-AF22EAC47B72}" dt="2025-07-22T15:23:31.222" v="19440" actId="47"/>
        <pc:sldMkLst>
          <pc:docMk/>
          <pc:sldMk cId="4015855658" sldId="388"/>
        </pc:sldMkLst>
      </pc:sldChg>
      <pc:sldChg chg="addSp delSp modSp add mod">
        <pc:chgData name="Korochkina, Maria" userId="c909cca0-0566-42e0-8dc0-791f330c8ce2" providerId="ADAL" clId="{A49F2524-3D7B-456C-8E19-AF22EAC47B72}" dt="2025-07-22T15:24:49.660" v="19525" actId="1076"/>
        <pc:sldMkLst>
          <pc:docMk/>
          <pc:sldMk cId="612207492" sldId="389"/>
        </pc:sldMkLst>
        <pc:spChg chg="add mod">
          <ac:chgData name="Korochkina, Maria" userId="c909cca0-0566-42e0-8dc0-791f330c8ce2" providerId="ADAL" clId="{A49F2524-3D7B-456C-8E19-AF22EAC47B72}" dt="2025-07-22T15:24:49.660" v="19525" actId="1076"/>
          <ac:spMkLst>
            <pc:docMk/>
            <pc:sldMk cId="612207492" sldId="389"/>
            <ac:spMk id="5" creationId="{3AC47DAE-A283-E4E7-06C9-C45438FA24AC}"/>
          </ac:spMkLst>
        </pc:spChg>
        <pc:graphicFrameChg chg="add mod">
          <ac:chgData name="Korochkina, Maria" userId="c909cca0-0566-42e0-8dc0-791f330c8ce2" providerId="ADAL" clId="{A49F2524-3D7B-456C-8E19-AF22EAC47B72}" dt="2025-07-22T15:24:44.338" v="19524"/>
          <ac:graphicFrameMkLst>
            <pc:docMk/>
            <pc:sldMk cId="612207492" sldId="389"/>
            <ac:graphicFrameMk id="6" creationId="{6286D400-96DA-3615-52E2-6AF40A030D8B}"/>
          </ac:graphicFrameMkLst>
        </pc:graphicFrameChg>
        <pc:graphicFrameChg chg="add mod">
          <ac:chgData name="Korochkina, Maria" userId="c909cca0-0566-42e0-8dc0-791f330c8ce2" providerId="ADAL" clId="{A49F2524-3D7B-456C-8E19-AF22EAC47B72}" dt="2025-07-22T15:24:44.338" v="19524"/>
          <ac:graphicFrameMkLst>
            <pc:docMk/>
            <pc:sldMk cId="612207492" sldId="389"/>
            <ac:graphicFrameMk id="7" creationId="{461165E6-F191-CA53-00EF-779E26C6CD08}"/>
          </ac:graphicFrameMkLst>
        </pc:graphicFrameChg>
      </pc:sldChg>
      <pc:sldChg chg="addSp delSp modSp add del mod">
        <pc:chgData name="Korochkina, Maria" userId="c909cca0-0566-42e0-8dc0-791f330c8ce2" providerId="ADAL" clId="{A49F2524-3D7B-456C-8E19-AF22EAC47B72}" dt="2025-07-22T15:25:50.788" v="19572" actId="47"/>
        <pc:sldMkLst>
          <pc:docMk/>
          <pc:sldMk cId="1657188962" sldId="390"/>
        </pc:sldMkLst>
      </pc:sldChg>
      <pc:sldChg chg="addSp modSp add mod">
        <pc:chgData name="Korochkina, Maria" userId="c909cca0-0566-42e0-8dc0-791f330c8ce2" providerId="ADAL" clId="{A49F2524-3D7B-456C-8E19-AF22EAC47B72}" dt="2025-07-22T15:24:08.239" v="19475" actId="1038"/>
        <pc:sldMkLst>
          <pc:docMk/>
          <pc:sldMk cId="1261509960" sldId="391"/>
        </pc:sldMkLst>
        <pc:spChg chg="mod">
          <ac:chgData name="Korochkina, Maria" userId="c909cca0-0566-42e0-8dc0-791f330c8ce2" providerId="ADAL" clId="{A49F2524-3D7B-456C-8E19-AF22EAC47B72}" dt="2025-07-22T15:24:08.239" v="19475" actId="1038"/>
          <ac:spMkLst>
            <pc:docMk/>
            <pc:sldMk cId="1261509960" sldId="391"/>
            <ac:spMk id="4" creationId="{092F5176-8C09-D286-DFC7-B6FE994B943F}"/>
          </ac:spMkLst>
        </pc:spChg>
        <pc:graphicFrameChg chg="add mod">
          <ac:chgData name="Korochkina, Maria" userId="c909cca0-0566-42e0-8dc0-791f330c8ce2" providerId="ADAL" clId="{A49F2524-3D7B-456C-8E19-AF22EAC47B72}" dt="2025-07-22T15:23:46.614" v="19444"/>
          <ac:graphicFrameMkLst>
            <pc:docMk/>
            <pc:sldMk cId="1261509960" sldId="391"/>
            <ac:graphicFrameMk id="3" creationId="{2A826A33-21F7-EED4-C91C-FD3C49CBF3B6}"/>
          </ac:graphicFrameMkLst>
        </pc:graphicFrameChg>
      </pc:sldChg>
      <pc:sldChg chg="addSp modSp add mod">
        <pc:chgData name="Korochkina, Maria" userId="c909cca0-0566-42e0-8dc0-791f330c8ce2" providerId="ADAL" clId="{A49F2524-3D7B-456C-8E19-AF22EAC47B72}" dt="2025-07-22T15:24:23.862" v="19521" actId="14100"/>
        <pc:sldMkLst>
          <pc:docMk/>
          <pc:sldMk cId="2578747701" sldId="392"/>
        </pc:sldMkLst>
        <pc:spChg chg="mod">
          <ac:chgData name="Korochkina, Maria" userId="c909cca0-0566-42e0-8dc0-791f330c8ce2" providerId="ADAL" clId="{A49F2524-3D7B-456C-8E19-AF22EAC47B72}" dt="2025-07-22T15:24:23.862" v="19521" actId="14100"/>
          <ac:spMkLst>
            <pc:docMk/>
            <pc:sldMk cId="2578747701" sldId="392"/>
            <ac:spMk id="4" creationId="{9DBA5A38-7249-7988-BD2A-22231C09ABE7}"/>
          </ac:spMkLst>
        </pc:spChg>
        <pc:graphicFrameChg chg="add mod">
          <ac:chgData name="Korochkina, Maria" userId="c909cca0-0566-42e0-8dc0-791f330c8ce2" providerId="ADAL" clId="{A49F2524-3D7B-456C-8E19-AF22EAC47B72}" dt="2025-07-22T15:23:48.578" v="19445"/>
          <ac:graphicFrameMkLst>
            <pc:docMk/>
            <pc:sldMk cId="2578747701" sldId="392"/>
            <ac:graphicFrameMk id="3" creationId="{1FD9EC43-6D13-8351-700F-0182760F8F15}"/>
          </ac:graphicFrameMkLst>
        </pc:graphicFrameChg>
      </pc:sldChg>
      <pc:sldChg chg="modSp add mod">
        <pc:chgData name="Korochkina, Maria" userId="c909cca0-0566-42e0-8dc0-791f330c8ce2" providerId="ADAL" clId="{A49F2524-3D7B-456C-8E19-AF22EAC47B72}" dt="2025-07-22T15:25:15.641" v="19569" actId="1035"/>
        <pc:sldMkLst>
          <pc:docMk/>
          <pc:sldMk cId="1786573477" sldId="393"/>
        </pc:sldMkLst>
        <pc:spChg chg="mod">
          <ac:chgData name="Korochkina, Maria" userId="c909cca0-0566-42e0-8dc0-791f330c8ce2" providerId="ADAL" clId="{A49F2524-3D7B-456C-8E19-AF22EAC47B72}" dt="2025-07-22T15:25:15.641" v="19569" actId="1035"/>
          <ac:spMkLst>
            <pc:docMk/>
            <pc:sldMk cId="1786573477" sldId="393"/>
            <ac:spMk id="5" creationId="{74E46CB6-5D96-D079-54D7-4A604D6BC91E}"/>
          </ac:spMkLst>
        </pc:spChg>
        <pc:graphicFrameChg chg="ord">
          <ac:chgData name="Korochkina, Maria" userId="c909cca0-0566-42e0-8dc0-791f330c8ce2" providerId="ADAL" clId="{A49F2524-3D7B-456C-8E19-AF22EAC47B72}" dt="2025-07-22T15:25:07.755" v="19527" actId="171"/>
          <ac:graphicFrameMkLst>
            <pc:docMk/>
            <pc:sldMk cId="1786573477" sldId="393"/>
            <ac:graphicFrameMk id="6" creationId="{6FAF027D-D880-07C6-2F67-91119DAC55CD}"/>
          </ac:graphicFrameMkLst>
        </pc:graphicFrameChg>
      </pc:sldChg>
      <pc:sldChg chg="delSp add mod">
        <pc:chgData name="Korochkina, Maria" userId="c909cca0-0566-42e0-8dc0-791f330c8ce2" providerId="ADAL" clId="{A49F2524-3D7B-456C-8E19-AF22EAC47B72}" dt="2025-07-22T15:26:18.952" v="19574" actId="478"/>
        <pc:sldMkLst>
          <pc:docMk/>
          <pc:sldMk cId="1163376802" sldId="394"/>
        </pc:sldMkLst>
      </pc:sldChg>
      <pc:sldChg chg="modSp add mod">
        <pc:chgData name="Korochkina, Maria" userId="c909cca0-0566-42e0-8dc0-791f330c8ce2" providerId="ADAL" clId="{A49F2524-3D7B-456C-8E19-AF22EAC47B72}" dt="2025-07-22T15:29:22.242" v="19590" actId="207"/>
        <pc:sldMkLst>
          <pc:docMk/>
          <pc:sldMk cId="1630224922" sldId="395"/>
        </pc:sldMkLst>
        <pc:spChg chg="mod">
          <ac:chgData name="Korochkina, Maria" userId="c909cca0-0566-42e0-8dc0-791f330c8ce2" providerId="ADAL" clId="{A49F2524-3D7B-456C-8E19-AF22EAC47B72}" dt="2025-07-22T15:29:22.242" v="19590" actId="207"/>
          <ac:spMkLst>
            <pc:docMk/>
            <pc:sldMk cId="1630224922" sldId="395"/>
            <ac:spMk id="3" creationId="{5DC3647B-F116-B02F-90EC-33B585C33994}"/>
          </ac:spMkLst>
        </pc:spChg>
      </pc:sldChg>
      <pc:sldChg chg="modSp add mod">
        <pc:chgData name="Korochkina, Maria" userId="c909cca0-0566-42e0-8dc0-791f330c8ce2" providerId="ADAL" clId="{A49F2524-3D7B-456C-8E19-AF22EAC47B72}" dt="2025-07-22T15:27:55.524" v="19582" actId="207"/>
        <pc:sldMkLst>
          <pc:docMk/>
          <pc:sldMk cId="3565059506" sldId="396"/>
        </pc:sldMkLst>
        <pc:spChg chg="mod">
          <ac:chgData name="Korochkina, Maria" userId="c909cca0-0566-42e0-8dc0-791f330c8ce2" providerId="ADAL" clId="{A49F2524-3D7B-456C-8E19-AF22EAC47B72}" dt="2025-07-22T15:27:55.524" v="19582" actId="207"/>
          <ac:spMkLst>
            <pc:docMk/>
            <pc:sldMk cId="3565059506" sldId="396"/>
            <ac:spMk id="4" creationId="{218AE6E1-384A-6312-2E74-33874B9793B3}"/>
          </ac:spMkLst>
        </pc:spChg>
      </pc:sldChg>
      <pc:sldChg chg="modSp add">
        <pc:chgData name="Korochkina, Maria" userId="c909cca0-0566-42e0-8dc0-791f330c8ce2" providerId="ADAL" clId="{A49F2524-3D7B-456C-8E19-AF22EAC47B72}" dt="2025-07-22T15:28:27.921" v="19584"/>
        <pc:sldMkLst>
          <pc:docMk/>
          <pc:sldMk cId="4179871591" sldId="397"/>
        </pc:sldMkLst>
        <pc:spChg chg="mod">
          <ac:chgData name="Korochkina, Maria" userId="c909cca0-0566-42e0-8dc0-791f330c8ce2" providerId="ADAL" clId="{A49F2524-3D7B-456C-8E19-AF22EAC47B72}" dt="2025-07-22T15:28:27.921" v="19584"/>
          <ac:spMkLst>
            <pc:docMk/>
            <pc:sldMk cId="4179871591" sldId="397"/>
            <ac:spMk id="4" creationId="{80E5048A-BAA0-3BE1-EB9D-9FCD8A262F19}"/>
          </ac:spMkLst>
        </pc:spChg>
      </pc:sldChg>
      <pc:sldChg chg="modSp add mod">
        <pc:chgData name="Korochkina, Maria" userId="c909cca0-0566-42e0-8dc0-791f330c8ce2" providerId="ADAL" clId="{A49F2524-3D7B-456C-8E19-AF22EAC47B72}" dt="2025-07-22T15:28:45.329" v="19586" actId="20577"/>
        <pc:sldMkLst>
          <pc:docMk/>
          <pc:sldMk cId="2763417788" sldId="398"/>
        </pc:sldMkLst>
        <pc:spChg chg="mod">
          <ac:chgData name="Korochkina, Maria" userId="c909cca0-0566-42e0-8dc0-791f330c8ce2" providerId="ADAL" clId="{A49F2524-3D7B-456C-8E19-AF22EAC47B72}" dt="2025-07-22T15:28:45.329" v="19586" actId="20577"/>
          <ac:spMkLst>
            <pc:docMk/>
            <pc:sldMk cId="2763417788" sldId="398"/>
            <ac:spMk id="4" creationId="{DA2D504E-1B5B-78AA-4252-717CA4BA0A1A}"/>
          </ac:spMkLst>
        </pc:spChg>
      </pc:sldChg>
      <pc:sldChg chg="modSp add mod">
        <pc:chgData name="Korochkina, Maria" userId="c909cca0-0566-42e0-8dc0-791f330c8ce2" providerId="ADAL" clId="{A49F2524-3D7B-456C-8E19-AF22EAC47B72}" dt="2025-07-22T15:29:06.131" v="19588" actId="207"/>
        <pc:sldMkLst>
          <pc:docMk/>
          <pc:sldMk cId="3911974673" sldId="399"/>
        </pc:sldMkLst>
        <pc:spChg chg="mod">
          <ac:chgData name="Korochkina, Maria" userId="c909cca0-0566-42e0-8dc0-791f330c8ce2" providerId="ADAL" clId="{A49F2524-3D7B-456C-8E19-AF22EAC47B72}" dt="2025-07-22T15:29:06.131" v="19588" actId="207"/>
          <ac:spMkLst>
            <pc:docMk/>
            <pc:sldMk cId="3911974673" sldId="399"/>
            <ac:spMk id="4" creationId="{14E37C0D-2F55-778E-5F17-85B881CD1C73}"/>
          </ac:spMkLst>
        </pc:spChg>
      </pc:sldChg>
      <pc:sldChg chg="add">
        <pc:chgData name="Korochkina, Maria" userId="c909cca0-0566-42e0-8dc0-791f330c8ce2" providerId="ADAL" clId="{A49F2524-3D7B-456C-8E19-AF22EAC47B72}" dt="2025-07-22T15:29:12.532" v="19589"/>
        <pc:sldMkLst>
          <pc:docMk/>
          <pc:sldMk cId="3916476522" sldId="400"/>
        </pc:sldMkLst>
      </pc:sldChg>
      <pc:sldChg chg="modSp add mod ord">
        <pc:chgData name="Korochkina, Maria" userId="c909cca0-0566-42e0-8dc0-791f330c8ce2" providerId="ADAL" clId="{A49F2524-3D7B-456C-8E19-AF22EAC47B72}" dt="2025-07-22T15:29:36.515" v="19594"/>
        <pc:sldMkLst>
          <pc:docMk/>
          <pc:sldMk cId="2007228700" sldId="401"/>
        </pc:sldMkLst>
        <pc:spChg chg="mod">
          <ac:chgData name="Korochkina, Maria" userId="c909cca0-0566-42e0-8dc0-791f330c8ce2" providerId="ADAL" clId="{A49F2524-3D7B-456C-8E19-AF22EAC47B72}" dt="2025-07-22T15:29:32.898" v="19592" actId="20577"/>
          <ac:spMkLst>
            <pc:docMk/>
            <pc:sldMk cId="2007228700" sldId="401"/>
            <ac:spMk id="3" creationId="{B081ED73-87E6-A0FF-383D-B26BA57B6F94}"/>
          </ac:spMkLst>
        </pc:spChg>
      </pc:sldChg>
      <pc:sldChg chg="addSp delSp modSp add del mod modNotesTx">
        <pc:chgData name="Korochkina, Maria" userId="c909cca0-0566-42e0-8dc0-791f330c8ce2" providerId="ADAL" clId="{A49F2524-3D7B-456C-8E19-AF22EAC47B72}" dt="2025-07-23T10:55:05.241" v="21598" actId="47"/>
        <pc:sldMkLst>
          <pc:docMk/>
          <pc:sldMk cId="2039565741" sldId="402"/>
        </pc:sldMkLst>
      </pc:sldChg>
      <pc:sldChg chg="modSp add mod modNotesTx">
        <pc:chgData name="Korochkina, Maria" userId="c909cca0-0566-42e0-8dc0-791f330c8ce2" providerId="ADAL" clId="{A49F2524-3D7B-456C-8E19-AF22EAC47B72}" dt="2025-07-23T10:54:59.729" v="21596" actId="6549"/>
        <pc:sldMkLst>
          <pc:docMk/>
          <pc:sldMk cId="4015444388" sldId="403"/>
        </pc:sldMkLst>
        <pc:spChg chg="mod">
          <ac:chgData name="Korochkina, Maria" userId="c909cca0-0566-42e0-8dc0-791f330c8ce2" providerId="ADAL" clId="{A49F2524-3D7B-456C-8E19-AF22EAC47B72}" dt="2025-07-23T10:54:00.344" v="21580" actId="20577"/>
          <ac:spMkLst>
            <pc:docMk/>
            <pc:sldMk cId="4015444388" sldId="403"/>
            <ac:spMk id="4" creationId="{28E58AC6-0104-C487-D9D3-F2BF544FD612}"/>
          </ac:spMkLst>
        </pc:spChg>
      </pc:sldChg>
      <pc:sldChg chg="addSp modSp add mod modNotesTx">
        <pc:chgData name="Korochkina, Maria" userId="c909cca0-0566-42e0-8dc0-791f330c8ce2" providerId="ADAL" clId="{A49F2524-3D7B-456C-8E19-AF22EAC47B72}" dt="2025-07-23T11:14:23.418" v="21982" actId="20577"/>
        <pc:sldMkLst>
          <pc:docMk/>
          <pc:sldMk cId="617513336" sldId="404"/>
        </pc:sldMkLst>
        <pc:spChg chg="mod">
          <ac:chgData name="Korochkina, Maria" userId="c909cca0-0566-42e0-8dc0-791f330c8ce2" providerId="ADAL" clId="{A49F2524-3D7B-456C-8E19-AF22EAC47B72}" dt="2025-07-23T11:13:17.954" v="21970" actId="255"/>
          <ac:spMkLst>
            <pc:docMk/>
            <pc:sldMk cId="617513336" sldId="404"/>
            <ac:spMk id="4" creationId="{12436A02-CA6B-E516-5244-C39F3315DAED}"/>
          </ac:spMkLst>
        </pc:spChg>
      </pc:sldChg>
      <pc:sldChg chg="add del">
        <pc:chgData name="Korochkina, Maria" userId="c909cca0-0566-42e0-8dc0-791f330c8ce2" providerId="ADAL" clId="{A49F2524-3D7B-456C-8E19-AF22EAC47B72}" dt="2025-07-23T10:54:31.491" v="21591"/>
        <pc:sldMkLst>
          <pc:docMk/>
          <pc:sldMk cId="594882874" sldId="405"/>
        </pc:sldMkLst>
      </pc:sldChg>
      <pc:sldChg chg="add del">
        <pc:chgData name="Korochkina, Maria" userId="c909cca0-0566-42e0-8dc0-791f330c8ce2" providerId="ADAL" clId="{A49F2524-3D7B-456C-8E19-AF22EAC47B72}" dt="2025-07-23T10:54:27.979" v="21589"/>
        <pc:sldMkLst>
          <pc:docMk/>
          <pc:sldMk cId="1523449011" sldId="405"/>
        </pc:sldMkLst>
      </pc:sldChg>
      <pc:sldChg chg="add">
        <pc:chgData name="Korochkina, Maria" userId="c909cca0-0566-42e0-8dc0-791f330c8ce2" providerId="ADAL" clId="{A49F2524-3D7B-456C-8E19-AF22EAC47B72}" dt="2025-08-08T17:39:30.443" v="21983"/>
        <pc:sldMkLst>
          <pc:docMk/>
          <pc:sldMk cId="3564412488" sldId="4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FE0DC1-F452-4863-ABF2-994FE143662C}" type="datetimeFigureOut">
              <a:rPr lang="en-DE" smtClean="0"/>
              <a:t>28/01/2026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CD975-05F1-476C-A015-BBC9BA6AAA5B}" type="slidenum">
              <a:rPr lang="en-DE" smtClean="0"/>
              <a:t>‹#›</a:t>
            </a:fld>
            <a:endParaRPr lang="en-DE"/>
          </a:p>
        </p:txBody>
      </p:sp>
    </p:spTree>
    <p:extLst>
      <p:ext uri="{BB962C8B-B14F-4D97-AF65-F5344CB8AC3E}">
        <p14:creationId xmlns:p14="http://schemas.microsoft.com/office/powerpoint/2010/main" val="2812128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Lack of replication</a:t>
            </a:r>
            <a:r>
              <a:rPr lang="en-GB" sz="1200" b="0" i="0" kern="1200" dirty="0">
                <a:solidFill>
                  <a:schemeClr val="tx1"/>
                </a:solidFill>
                <a:effectLst/>
                <a:latin typeface="+mn-lt"/>
                <a:ea typeface="+mn-ea"/>
                <a:cs typeface="+mn-cs"/>
              </a:rPr>
              <a:t> impedes the elimination of false discoveries and weakens the evidence base underpinning theory</a:t>
            </a:r>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10</a:t>
            </a:fld>
            <a:endParaRPr lang="en-DE"/>
          </a:p>
        </p:txBody>
      </p:sp>
    </p:spTree>
    <p:extLst>
      <p:ext uri="{BB962C8B-B14F-4D97-AF65-F5344CB8AC3E}">
        <p14:creationId xmlns:p14="http://schemas.microsoft.com/office/powerpoint/2010/main" val="415578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Low statistical power</a:t>
            </a:r>
            <a:r>
              <a:rPr lang="en-GB" sz="1200" b="0" i="0" kern="1200" dirty="0">
                <a:solidFill>
                  <a:schemeClr val="tx1"/>
                </a:solidFill>
                <a:effectLst/>
                <a:latin typeface="+mn-lt"/>
                <a:ea typeface="+mn-ea"/>
                <a:cs typeface="+mn-cs"/>
              </a:rPr>
              <a:t> increases the chances of missing true discoveries and reduces the likelihood that obtained positive effects are real. </a:t>
            </a:r>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11</a:t>
            </a:fld>
            <a:endParaRPr lang="en-DE"/>
          </a:p>
        </p:txBody>
      </p:sp>
    </p:spTree>
    <p:extLst>
      <p:ext uri="{BB962C8B-B14F-4D97-AF65-F5344CB8AC3E}">
        <p14:creationId xmlns:p14="http://schemas.microsoft.com/office/powerpoint/2010/main" val="3364193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Exploiting researcher degrees of freedom (</a:t>
            </a:r>
            <a:r>
              <a:rPr lang="en-GB" sz="1200" b="1" i="0" kern="1200" dirty="0">
                <a:solidFill>
                  <a:schemeClr val="tx1"/>
                </a:solidFill>
                <a:effectLst/>
                <a:latin typeface="+mn-lt"/>
                <a:ea typeface="+mn-ea"/>
                <a:cs typeface="+mn-cs"/>
              </a:rPr>
              <a:t>p-hacking</a:t>
            </a:r>
            <a:r>
              <a:rPr lang="en-GB" sz="1200" b="0" i="0" kern="1200" dirty="0">
                <a:solidFill>
                  <a:schemeClr val="tx1"/>
                </a:solidFill>
                <a:effectLst/>
                <a:latin typeface="+mn-lt"/>
                <a:ea typeface="+mn-ea"/>
                <a:cs typeface="+mn-cs"/>
              </a:rPr>
              <a:t>) manifests in two general forms: collecting data until analyses return statistically significant effects, and selectively reporting analyses that reveal desirable outcomes. </a:t>
            </a:r>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12</a:t>
            </a:fld>
            <a:endParaRPr lang="en-DE"/>
          </a:p>
        </p:txBody>
      </p:sp>
    </p:spTree>
    <p:extLst>
      <p:ext uri="{BB962C8B-B14F-4D97-AF65-F5344CB8AC3E}">
        <p14:creationId xmlns:p14="http://schemas.microsoft.com/office/powerpoint/2010/main" val="3527229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err="1">
                <a:solidFill>
                  <a:schemeClr val="tx1"/>
                </a:solidFill>
                <a:effectLst/>
                <a:latin typeface="+mn-lt"/>
                <a:ea typeface="+mn-ea"/>
                <a:cs typeface="+mn-cs"/>
              </a:rPr>
              <a:t>HARKing</a:t>
            </a:r>
            <a:r>
              <a:rPr lang="en-GB" sz="1200" b="0" i="0" kern="1200" dirty="0">
                <a:solidFill>
                  <a:schemeClr val="tx1"/>
                </a:solidFill>
                <a:effectLst/>
                <a:latin typeface="+mn-lt"/>
                <a:ea typeface="+mn-ea"/>
                <a:cs typeface="+mn-cs"/>
              </a:rPr>
              <a:t>, or hypothesizing after results are known, involves generating a hypothesis from the data and then presenting it as a priori.</a:t>
            </a:r>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13</a:t>
            </a:fld>
            <a:endParaRPr lang="en-DE"/>
          </a:p>
        </p:txBody>
      </p:sp>
    </p:spTree>
    <p:extLst>
      <p:ext uri="{BB962C8B-B14F-4D97-AF65-F5344CB8AC3E}">
        <p14:creationId xmlns:p14="http://schemas.microsoft.com/office/powerpoint/2010/main" val="4113018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Publication bias</a:t>
            </a:r>
            <a:r>
              <a:rPr lang="en-GB" sz="1200" b="0" i="0" kern="1200" dirty="0">
                <a:solidFill>
                  <a:schemeClr val="tx1"/>
                </a:solidFill>
                <a:effectLst/>
                <a:latin typeface="+mn-lt"/>
                <a:ea typeface="+mn-ea"/>
                <a:cs typeface="+mn-cs"/>
              </a:rPr>
              <a:t> occurs when journals reject manuscripts on the basis that they report negative or undesirable findings. Finally, </a:t>
            </a:r>
            <a:r>
              <a:rPr lang="en-GB" sz="1200" b="1" i="0" kern="1200" dirty="0">
                <a:solidFill>
                  <a:schemeClr val="tx1"/>
                </a:solidFill>
                <a:effectLst/>
                <a:latin typeface="+mn-lt"/>
                <a:ea typeface="+mn-ea"/>
                <a:cs typeface="+mn-cs"/>
              </a:rPr>
              <a:t>lack of data sharing</a:t>
            </a:r>
            <a:r>
              <a:rPr lang="en-GB" sz="1200" b="0" i="0" kern="1200" dirty="0">
                <a:solidFill>
                  <a:schemeClr val="tx1"/>
                </a:solidFill>
                <a:effectLst/>
                <a:latin typeface="+mn-lt"/>
                <a:ea typeface="+mn-ea"/>
                <a:cs typeface="+mn-cs"/>
              </a:rPr>
              <a:t> prevents detailed meta-analysis and hinders the detection of data fabrication.</a:t>
            </a:r>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14</a:t>
            </a:fld>
            <a:endParaRPr lang="en-DE"/>
          </a:p>
        </p:txBody>
      </p:sp>
    </p:spTree>
    <p:extLst>
      <p:ext uri="{BB962C8B-B14F-4D97-AF65-F5344CB8AC3E}">
        <p14:creationId xmlns:p14="http://schemas.microsoft.com/office/powerpoint/2010/main" val="4075088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27</a:t>
            </a:fld>
            <a:endParaRPr lang="en-DE"/>
          </a:p>
        </p:txBody>
      </p:sp>
    </p:spTree>
    <p:extLst>
      <p:ext uri="{BB962C8B-B14F-4D97-AF65-F5344CB8AC3E}">
        <p14:creationId xmlns:p14="http://schemas.microsoft.com/office/powerpoint/2010/main" val="2278939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3E595-5DD2-4B67-3F56-89669C662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D8DE0-E5C3-32C7-9A6E-2BD9739E9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8B048-D01C-B952-F43C-E088B94953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https://www.pnas.org/doi/10.1073/pnas.1708274114</a:t>
            </a:r>
          </a:p>
          <a:p>
            <a:endParaRPr lang="en-DE" dirty="0"/>
          </a:p>
        </p:txBody>
      </p:sp>
      <p:sp>
        <p:nvSpPr>
          <p:cNvPr id="4" name="Slide Number Placeholder 3">
            <a:extLst>
              <a:ext uri="{FF2B5EF4-FFF2-40B4-BE49-F238E27FC236}">
                <a16:creationId xmlns:a16="http://schemas.microsoft.com/office/drawing/2014/main" id="{EB2BEAF0-CF8D-4D03-FE32-6AA1C51D2E4A}"/>
              </a:ext>
            </a:extLst>
          </p:cNvPr>
          <p:cNvSpPr>
            <a:spLocks noGrp="1"/>
          </p:cNvSpPr>
          <p:nvPr>
            <p:ph type="sldNum" sz="quarter" idx="5"/>
          </p:nvPr>
        </p:nvSpPr>
        <p:spPr/>
        <p:txBody>
          <a:bodyPr/>
          <a:lstStyle/>
          <a:p>
            <a:fld id="{E7FCD975-05F1-476C-A015-BBC9BA6AAA5B}" type="slidenum">
              <a:rPr lang="en-DE" smtClean="0"/>
              <a:t>28</a:t>
            </a:fld>
            <a:endParaRPr lang="en-DE"/>
          </a:p>
        </p:txBody>
      </p:sp>
    </p:spTree>
    <p:extLst>
      <p:ext uri="{BB962C8B-B14F-4D97-AF65-F5344CB8AC3E}">
        <p14:creationId xmlns:p14="http://schemas.microsoft.com/office/powerpoint/2010/main" val="3386206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378F9-9F6F-1CAB-D05D-B11DA1D75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E2F6D-E1A8-5EAD-68C6-AC5F9A9CC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78EA3D-0A11-6089-2E2E-5C94A46A5D1C}"/>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9E3F2FCB-F6BA-18C8-F8AB-31B445207489}"/>
              </a:ext>
            </a:extLst>
          </p:cNvPr>
          <p:cNvSpPr>
            <a:spLocks noGrp="1"/>
          </p:cNvSpPr>
          <p:nvPr>
            <p:ph type="sldNum" sz="quarter" idx="5"/>
          </p:nvPr>
        </p:nvSpPr>
        <p:spPr/>
        <p:txBody>
          <a:bodyPr/>
          <a:lstStyle/>
          <a:p>
            <a:fld id="{E7FCD975-05F1-476C-A015-BBC9BA6AAA5B}" type="slidenum">
              <a:rPr lang="en-DE" smtClean="0"/>
              <a:t>29</a:t>
            </a:fld>
            <a:endParaRPr lang="en-DE"/>
          </a:p>
        </p:txBody>
      </p:sp>
    </p:spTree>
    <p:extLst>
      <p:ext uri="{BB962C8B-B14F-4D97-AF65-F5344CB8AC3E}">
        <p14:creationId xmlns:p14="http://schemas.microsoft.com/office/powerpoint/2010/main" val="3149155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87AFB-ECD7-5343-FBE1-A4AD9EB07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1C9F8-83AE-6643-9FE1-92BCE984E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62FFD-397E-949E-6C16-285C6BCE1DAC}"/>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B1F8965E-500E-2916-40B8-1EE9F0BC527E}"/>
              </a:ext>
            </a:extLst>
          </p:cNvPr>
          <p:cNvSpPr>
            <a:spLocks noGrp="1"/>
          </p:cNvSpPr>
          <p:nvPr>
            <p:ph type="sldNum" sz="quarter" idx="5"/>
          </p:nvPr>
        </p:nvSpPr>
        <p:spPr/>
        <p:txBody>
          <a:bodyPr/>
          <a:lstStyle/>
          <a:p>
            <a:fld id="{E7FCD975-05F1-476C-A015-BBC9BA6AAA5B}" type="slidenum">
              <a:rPr lang="en-DE" smtClean="0"/>
              <a:t>30</a:t>
            </a:fld>
            <a:endParaRPr lang="en-DE"/>
          </a:p>
        </p:txBody>
      </p:sp>
    </p:spTree>
    <p:extLst>
      <p:ext uri="{BB962C8B-B14F-4D97-AF65-F5344CB8AC3E}">
        <p14:creationId xmlns:p14="http://schemas.microsoft.com/office/powerpoint/2010/main" val="3721965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E286A-F362-9D40-C6C0-A1383C74D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F39A0-781C-0FFF-C9D7-DCB68CFB2D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CF8529-32E8-2712-9B64-AB7C884D0DD8}"/>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E301D3D3-5EF9-C244-7A62-C408F6567CA7}"/>
              </a:ext>
            </a:extLst>
          </p:cNvPr>
          <p:cNvSpPr>
            <a:spLocks noGrp="1"/>
          </p:cNvSpPr>
          <p:nvPr>
            <p:ph type="sldNum" sz="quarter" idx="5"/>
          </p:nvPr>
        </p:nvSpPr>
        <p:spPr/>
        <p:txBody>
          <a:bodyPr/>
          <a:lstStyle/>
          <a:p>
            <a:fld id="{E7FCD975-05F1-476C-A015-BBC9BA6AAA5B}" type="slidenum">
              <a:rPr lang="en-DE" smtClean="0"/>
              <a:t>31</a:t>
            </a:fld>
            <a:endParaRPr lang="en-DE"/>
          </a:p>
        </p:txBody>
      </p:sp>
    </p:spTree>
    <p:extLst>
      <p:ext uri="{BB962C8B-B14F-4D97-AF65-F5344CB8AC3E}">
        <p14:creationId xmlns:p14="http://schemas.microsoft.com/office/powerpoint/2010/main" val="1544723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50B80-C054-A1AD-14DB-8BFD8E597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653B8-702D-33C3-1A2B-FC72113FD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C1F1D6-00D3-E6AF-D81C-F2D60004FFD3}"/>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28F7C3CE-3CF5-0BDA-2B26-9B985259778F}"/>
              </a:ext>
            </a:extLst>
          </p:cNvPr>
          <p:cNvSpPr>
            <a:spLocks noGrp="1"/>
          </p:cNvSpPr>
          <p:nvPr>
            <p:ph type="sldNum" sz="quarter" idx="5"/>
          </p:nvPr>
        </p:nvSpPr>
        <p:spPr/>
        <p:txBody>
          <a:bodyPr/>
          <a:lstStyle/>
          <a:p>
            <a:fld id="{E7FCD975-05F1-476C-A015-BBC9BA6AAA5B}" type="slidenum">
              <a:rPr lang="en-DE" smtClean="0"/>
              <a:t>32</a:t>
            </a:fld>
            <a:endParaRPr lang="en-DE"/>
          </a:p>
        </p:txBody>
      </p:sp>
    </p:spTree>
    <p:extLst>
      <p:ext uri="{BB962C8B-B14F-4D97-AF65-F5344CB8AC3E}">
        <p14:creationId xmlns:p14="http://schemas.microsoft.com/office/powerpoint/2010/main" val="3219332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42D09-A5FC-6116-08B5-95C301143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0CFEDF-29B0-8C3D-1C98-06A47BC22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180B9-917C-3B0A-48EF-D313567AA0B7}"/>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C2FF49FD-752C-C856-7C11-043CB7D5A291}"/>
              </a:ext>
            </a:extLst>
          </p:cNvPr>
          <p:cNvSpPr>
            <a:spLocks noGrp="1"/>
          </p:cNvSpPr>
          <p:nvPr>
            <p:ph type="sldNum" sz="quarter" idx="5"/>
          </p:nvPr>
        </p:nvSpPr>
        <p:spPr/>
        <p:txBody>
          <a:bodyPr/>
          <a:lstStyle/>
          <a:p>
            <a:fld id="{E7FCD975-05F1-476C-A015-BBC9BA6AAA5B}" type="slidenum">
              <a:rPr lang="en-DE" smtClean="0"/>
              <a:t>33</a:t>
            </a:fld>
            <a:endParaRPr lang="en-DE"/>
          </a:p>
        </p:txBody>
      </p:sp>
    </p:spTree>
    <p:extLst>
      <p:ext uri="{BB962C8B-B14F-4D97-AF65-F5344CB8AC3E}">
        <p14:creationId xmlns:p14="http://schemas.microsoft.com/office/powerpoint/2010/main" val="3217411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28CE8-AFCE-D608-2F59-3F4F2EFE51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45D59-E2AF-A61B-D7EA-3773DCFC4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614F7-4862-A325-056B-62533DFEE97F}"/>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20838295-83D1-D055-63F4-DA23056B95FB}"/>
              </a:ext>
            </a:extLst>
          </p:cNvPr>
          <p:cNvSpPr>
            <a:spLocks noGrp="1"/>
          </p:cNvSpPr>
          <p:nvPr>
            <p:ph type="sldNum" sz="quarter" idx="5"/>
          </p:nvPr>
        </p:nvSpPr>
        <p:spPr/>
        <p:txBody>
          <a:bodyPr/>
          <a:lstStyle/>
          <a:p>
            <a:fld id="{E7FCD975-05F1-476C-A015-BBC9BA6AAA5B}" type="slidenum">
              <a:rPr lang="en-DE" smtClean="0"/>
              <a:t>34</a:t>
            </a:fld>
            <a:endParaRPr lang="en-DE"/>
          </a:p>
        </p:txBody>
      </p:sp>
    </p:spTree>
    <p:extLst>
      <p:ext uri="{BB962C8B-B14F-4D97-AF65-F5344CB8AC3E}">
        <p14:creationId xmlns:p14="http://schemas.microsoft.com/office/powerpoint/2010/main" val="3008781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EA070-4F97-3F60-1BCE-14E5AECC4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A6442-B013-7B2E-4919-AAC4CC499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EBC0A-9BDA-A9A2-32ED-5AB6825E31CD}"/>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C02ABE88-5449-1682-666C-02AFED908258}"/>
              </a:ext>
            </a:extLst>
          </p:cNvPr>
          <p:cNvSpPr>
            <a:spLocks noGrp="1"/>
          </p:cNvSpPr>
          <p:nvPr>
            <p:ph type="sldNum" sz="quarter" idx="5"/>
          </p:nvPr>
        </p:nvSpPr>
        <p:spPr/>
        <p:txBody>
          <a:bodyPr/>
          <a:lstStyle/>
          <a:p>
            <a:fld id="{E7FCD975-05F1-476C-A015-BBC9BA6AAA5B}" type="slidenum">
              <a:rPr lang="en-DE" smtClean="0"/>
              <a:t>35</a:t>
            </a:fld>
            <a:endParaRPr lang="en-DE"/>
          </a:p>
        </p:txBody>
      </p:sp>
    </p:spTree>
    <p:extLst>
      <p:ext uri="{BB962C8B-B14F-4D97-AF65-F5344CB8AC3E}">
        <p14:creationId xmlns:p14="http://schemas.microsoft.com/office/powerpoint/2010/main" val="3738221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55A7-BF02-52C8-5A57-B25AAC7FB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53C23-47CF-8531-F22B-92A69B0CB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C5984-38AE-6187-963D-96C644A6B70B}"/>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4B18B681-EDC8-3D97-0512-EBEA57A9A9C9}"/>
              </a:ext>
            </a:extLst>
          </p:cNvPr>
          <p:cNvSpPr>
            <a:spLocks noGrp="1"/>
          </p:cNvSpPr>
          <p:nvPr>
            <p:ph type="sldNum" sz="quarter" idx="5"/>
          </p:nvPr>
        </p:nvSpPr>
        <p:spPr/>
        <p:txBody>
          <a:bodyPr/>
          <a:lstStyle/>
          <a:p>
            <a:fld id="{E7FCD975-05F1-476C-A015-BBC9BA6AAA5B}" type="slidenum">
              <a:rPr lang="en-DE" smtClean="0"/>
              <a:t>36</a:t>
            </a:fld>
            <a:endParaRPr lang="en-DE"/>
          </a:p>
        </p:txBody>
      </p:sp>
    </p:spTree>
    <p:extLst>
      <p:ext uri="{BB962C8B-B14F-4D97-AF65-F5344CB8AC3E}">
        <p14:creationId xmlns:p14="http://schemas.microsoft.com/office/powerpoint/2010/main" val="1832292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951AD-3BDC-21EC-77BF-3FCD583E0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1D6E6-FDCA-9870-626E-10BCC9EA41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95FCD-6E81-5C33-0F52-F72BF100C329}"/>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5218E708-1073-A9ED-46BF-E2F4F7E687A2}"/>
              </a:ext>
            </a:extLst>
          </p:cNvPr>
          <p:cNvSpPr>
            <a:spLocks noGrp="1"/>
          </p:cNvSpPr>
          <p:nvPr>
            <p:ph type="sldNum" sz="quarter" idx="5"/>
          </p:nvPr>
        </p:nvSpPr>
        <p:spPr/>
        <p:txBody>
          <a:bodyPr/>
          <a:lstStyle/>
          <a:p>
            <a:fld id="{E7FCD975-05F1-476C-A015-BBC9BA6AAA5B}" type="slidenum">
              <a:rPr lang="en-DE" smtClean="0"/>
              <a:t>37</a:t>
            </a:fld>
            <a:endParaRPr lang="en-DE"/>
          </a:p>
        </p:txBody>
      </p:sp>
    </p:spTree>
    <p:extLst>
      <p:ext uri="{BB962C8B-B14F-4D97-AF65-F5344CB8AC3E}">
        <p14:creationId xmlns:p14="http://schemas.microsoft.com/office/powerpoint/2010/main" val="2773856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38</a:t>
            </a:fld>
            <a:endParaRPr lang="en-DE"/>
          </a:p>
        </p:txBody>
      </p:sp>
    </p:spTree>
    <p:extLst>
      <p:ext uri="{BB962C8B-B14F-4D97-AF65-F5344CB8AC3E}">
        <p14:creationId xmlns:p14="http://schemas.microsoft.com/office/powerpoint/2010/main" val="3204911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8FE54-E2F3-CDA8-56A8-6776CF839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AA7DB-D998-22C1-028F-FDC30F074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A0925-C1C2-843B-211E-C925D90E9B20}"/>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4BFA0460-0A1B-B2C3-D078-FE4C691B6557}"/>
              </a:ext>
            </a:extLst>
          </p:cNvPr>
          <p:cNvSpPr>
            <a:spLocks noGrp="1"/>
          </p:cNvSpPr>
          <p:nvPr>
            <p:ph type="sldNum" sz="quarter" idx="5"/>
          </p:nvPr>
        </p:nvSpPr>
        <p:spPr/>
        <p:txBody>
          <a:bodyPr/>
          <a:lstStyle/>
          <a:p>
            <a:fld id="{E7FCD975-05F1-476C-A015-BBC9BA6AAA5B}" type="slidenum">
              <a:rPr lang="en-DE" smtClean="0"/>
              <a:t>39</a:t>
            </a:fld>
            <a:endParaRPr lang="en-DE"/>
          </a:p>
        </p:txBody>
      </p:sp>
    </p:spTree>
    <p:extLst>
      <p:ext uri="{BB962C8B-B14F-4D97-AF65-F5344CB8AC3E}">
        <p14:creationId xmlns:p14="http://schemas.microsoft.com/office/powerpoint/2010/main" val="3502711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40</a:t>
            </a:fld>
            <a:endParaRPr lang="en-DE"/>
          </a:p>
        </p:txBody>
      </p:sp>
    </p:spTree>
    <p:extLst>
      <p:ext uri="{BB962C8B-B14F-4D97-AF65-F5344CB8AC3E}">
        <p14:creationId xmlns:p14="http://schemas.microsoft.com/office/powerpoint/2010/main" val="2481853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2B2F3-8F0D-5BE5-DC38-931FD12E2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D625F-872F-1A8D-DDB7-64CEC27A2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B3197-9ADC-C509-FD74-D8635CB4B6A1}"/>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96B827D2-F217-4AF2-AF42-1FD07C02FEC2}"/>
              </a:ext>
            </a:extLst>
          </p:cNvPr>
          <p:cNvSpPr>
            <a:spLocks noGrp="1"/>
          </p:cNvSpPr>
          <p:nvPr>
            <p:ph type="sldNum" sz="quarter" idx="5"/>
          </p:nvPr>
        </p:nvSpPr>
        <p:spPr/>
        <p:txBody>
          <a:bodyPr/>
          <a:lstStyle/>
          <a:p>
            <a:fld id="{E7FCD975-05F1-476C-A015-BBC9BA6AAA5B}" type="slidenum">
              <a:rPr lang="en-DE" smtClean="0"/>
              <a:t>41</a:t>
            </a:fld>
            <a:endParaRPr lang="en-DE"/>
          </a:p>
        </p:txBody>
      </p:sp>
    </p:spTree>
    <p:extLst>
      <p:ext uri="{BB962C8B-B14F-4D97-AF65-F5344CB8AC3E}">
        <p14:creationId xmlns:p14="http://schemas.microsoft.com/office/powerpoint/2010/main" val="23637542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BCFD7-DDB7-5447-7120-3026898A4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30C0B-1F5D-02AA-DF0A-23752585FE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D57DB-A746-038E-8CFC-E49C655D4155}"/>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76DDF482-71F2-5216-A50E-3A62006AE38A}"/>
              </a:ext>
            </a:extLst>
          </p:cNvPr>
          <p:cNvSpPr>
            <a:spLocks noGrp="1"/>
          </p:cNvSpPr>
          <p:nvPr>
            <p:ph type="sldNum" sz="quarter" idx="5"/>
          </p:nvPr>
        </p:nvSpPr>
        <p:spPr/>
        <p:txBody>
          <a:bodyPr/>
          <a:lstStyle/>
          <a:p>
            <a:fld id="{E7FCD975-05F1-476C-A015-BBC9BA6AAA5B}" type="slidenum">
              <a:rPr lang="en-DE" smtClean="0"/>
              <a:t>42</a:t>
            </a:fld>
            <a:endParaRPr lang="en-DE"/>
          </a:p>
        </p:txBody>
      </p:sp>
    </p:spTree>
    <p:extLst>
      <p:ext uri="{BB962C8B-B14F-4D97-AF65-F5344CB8AC3E}">
        <p14:creationId xmlns:p14="http://schemas.microsoft.com/office/powerpoint/2010/main" val="719996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B953-BC3B-469A-7F80-A2B9D9D9C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6B4C7-F59A-C0FC-88FA-62C510D00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9D76BB-34A4-C440-2408-9BC8251BEFBB}"/>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E1EAF5CF-C442-A6FF-7C4E-EA4C7E331225}"/>
              </a:ext>
            </a:extLst>
          </p:cNvPr>
          <p:cNvSpPr>
            <a:spLocks noGrp="1"/>
          </p:cNvSpPr>
          <p:nvPr>
            <p:ph type="sldNum" sz="quarter" idx="5"/>
          </p:nvPr>
        </p:nvSpPr>
        <p:spPr/>
        <p:txBody>
          <a:bodyPr/>
          <a:lstStyle/>
          <a:p>
            <a:fld id="{E7FCD975-05F1-476C-A015-BBC9BA6AAA5B}" type="slidenum">
              <a:rPr lang="en-DE" smtClean="0"/>
              <a:t>43</a:t>
            </a:fld>
            <a:endParaRPr lang="en-DE"/>
          </a:p>
        </p:txBody>
      </p:sp>
    </p:spTree>
    <p:extLst>
      <p:ext uri="{BB962C8B-B14F-4D97-AF65-F5344CB8AC3E}">
        <p14:creationId xmlns:p14="http://schemas.microsoft.com/office/powerpoint/2010/main" val="4237065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8CEB2-3228-F713-CF2E-88C0EB477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43FCC-34AC-A4B9-9388-58FC709DE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F2114B-7985-9ADB-01E3-1F62DDC7B733}"/>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10840C4F-63AA-99BA-D8F6-D8885D486452}"/>
              </a:ext>
            </a:extLst>
          </p:cNvPr>
          <p:cNvSpPr>
            <a:spLocks noGrp="1"/>
          </p:cNvSpPr>
          <p:nvPr>
            <p:ph type="sldNum" sz="quarter" idx="5"/>
          </p:nvPr>
        </p:nvSpPr>
        <p:spPr/>
        <p:txBody>
          <a:bodyPr/>
          <a:lstStyle/>
          <a:p>
            <a:fld id="{E7FCD975-05F1-476C-A015-BBC9BA6AAA5B}" type="slidenum">
              <a:rPr lang="en-DE" smtClean="0"/>
              <a:t>44</a:t>
            </a:fld>
            <a:endParaRPr lang="en-DE"/>
          </a:p>
        </p:txBody>
      </p:sp>
    </p:spTree>
    <p:extLst>
      <p:ext uri="{BB962C8B-B14F-4D97-AF65-F5344CB8AC3E}">
        <p14:creationId xmlns:p14="http://schemas.microsoft.com/office/powerpoint/2010/main" val="2978326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E358F-FCAD-B5BB-E5C2-BBEEC0F19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767D5-D8D1-8F9D-255C-9D44A3781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2993F2-E04B-9A68-C61D-11E299156FAD}"/>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A22B35D2-34DD-664E-5401-67B539A2C59D}"/>
              </a:ext>
            </a:extLst>
          </p:cNvPr>
          <p:cNvSpPr>
            <a:spLocks noGrp="1"/>
          </p:cNvSpPr>
          <p:nvPr>
            <p:ph type="sldNum" sz="quarter" idx="5"/>
          </p:nvPr>
        </p:nvSpPr>
        <p:spPr/>
        <p:txBody>
          <a:bodyPr/>
          <a:lstStyle/>
          <a:p>
            <a:fld id="{E7FCD975-05F1-476C-A015-BBC9BA6AAA5B}" type="slidenum">
              <a:rPr lang="en-DE" smtClean="0"/>
              <a:t>45</a:t>
            </a:fld>
            <a:endParaRPr lang="en-DE"/>
          </a:p>
        </p:txBody>
      </p:sp>
    </p:spTree>
    <p:extLst>
      <p:ext uri="{BB962C8B-B14F-4D97-AF65-F5344CB8AC3E}">
        <p14:creationId xmlns:p14="http://schemas.microsoft.com/office/powerpoint/2010/main" val="21336235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CB509-9577-2EE1-503C-2C87C9509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99D54-5477-58EF-CDD2-3103B8E8E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529B8-0217-EFF4-EAF3-4AF2A85EFDCB}"/>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F13B65F0-2EEF-E005-DA1F-C9BAD1A4AA3B}"/>
              </a:ext>
            </a:extLst>
          </p:cNvPr>
          <p:cNvSpPr>
            <a:spLocks noGrp="1"/>
          </p:cNvSpPr>
          <p:nvPr>
            <p:ph type="sldNum" sz="quarter" idx="5"/>
          </p:nvPr>
        </p:nvSpPr>
        <p:spPr/>
        <p:txBody>
          <a:bodyPr/>
          <a:lstStyle/>
          <a:p>
            <a:fld id="{E7FCD975-05F1-476C-A015-BBC9BA6AAA5B}" type="slidenum">
              <a:rPr lang="en-DE" smtClean="0"/>
              <a:t>46</a:t>
            </a:fld>
            <a:endParaRPr lang="en-DE"/>
          </a:p>
        </p:txBody>
      </p:sp>
    </p:spTree>
    <p:extLst>
      <p:ext uri="{BB962C8B-B14F-4D97-AF65-F5344CB8AC3E}">
        <p14:creationId xmlns:p14="http://schemas.microsoft.com/office/powerpoint/2010/main" val="3128089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61E72-795F-2B47-DE6C-EA65CF2C5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17690-0B5E-DE0F-09CF-B28BEBB6F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B5936-B727-BBC6-2ECC-DC3CCF7272BA}"/>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1F24184E-DF2F-5731-38DB-B68EE7A5163B}"/>
              </a:ext>
            </a:extLst>
          </p:cNvPr>
          <p:cNvSpPr>
            <a:spLocks noGrp="1"/>
          </p:cNvSpPr>
          <p:nvPr>
            <p:ph type="sldNum" sz="quarter" idx="5"/>
          </p:nvPr>
        </p:nvSpPr>
        <p:spPr/>
        <p:txBody>
          <a:bodyPr/>
          <a:lstStyle/>
          <a:p>
            <a:fld id="{E7FCD975-05F1-476C-A015-BBC9BA6AAA5B}" type="slidenum">
              <a:rPr lang="en-DE" smtClean="0"/>
              <a:t>47</a:t>
            </a:fld>
            <a:endParaRPr lang="en-DE"/>
          </a:p>
        </p:txBody>
      </p:sp>
    </p:spTree>
    <p:extLst>
      <p:ext uri="{BB962C8B-B14F-4D97-AF65-F5344CB8AC3E}">
        <p14:creationId xmlns:p14="http://schemas.microsoft.com/office/powerpoint/2010/main" val="1086680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7FCD975-05F1-476C-A015-BBC9BA6AAA5B}" type="slidenum">
              <a:rPr lang="en-DE" smtClean="0"/>
              <a:t>48</a:t>
            </a:fld>
            <a:endParaRPr lang="en-DE"/>
          </a:p>
        </p:txBody>
      </p:sp>
    </p:spTree>
    <p:extLst>
      <p:ext uri="{BB962C8B-B14F-4D97-AF65-F5344CB8AC3E}">
        <p14:creationId xmlns:p14="http://schemas.microsoft.com/office/powerpoint/2010/main" val="12290339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C2D93-E519-FCA0-21A3-279651674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87C0E-E3F3-254A-98EB-012F009F3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5D7AB4-A3F8-5E02-4181-AD3C981BDF3A}"/>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7A52E4B-7F12-7766-4643-839A3B0087F5}"/>
              </a:ext>
            </a:extLst>
          </p:cNvPr>
          <p:cNvSpPr>
            <a:spLocks noGrp="1"/>
          </p:cNvSpPr>
          <p:nvPr>
            <p:ph type="sldNum" sz="quarter" idx="5"/>
          </p:nvPr>
        </p:nvSpPr>
        <p:spPr/>
        <p:txBody>
          <a:bodyPr/>
          <a:lstStyle/>
          <a:p>
            <a:fld id="{E7FCD975-05F1-476C-A015-BBC9BA6AAA5B}" type="slidenum">
              <a:rPr lang="en-DE" smtClean="0"/>
              <a:t>49</a:t>
            </a:fld>
            <a:endParaRPr lang="en-DE"/>
          </a:p>
        </p:txBody>
      </p:sp>
    </p:spTree>
    <p:extLst>
      <p:ext uri="{BB962C8B-B14F-4D97-AF65-F5344CB8AC3E}">
        <p14:creationId xmlns:p14="http://schemas.microsoft.com/office/powerpoint/2010/main" val="1381585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AD387-BDCB-CD32-33A1-D47B172A60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4E669-947A-B45B-969F-6C4ADEC4F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3CA0C-41AA-2C6A-456A-FF93BBA0371B}"/>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796910B3-4B53-2CA3-D513-F7CA9C6EC5AA}"/>
              </a:ext>
            </a:extLst>
          </p:cNvPr>
          <p:cNvSpPr>
            <a:spLocks noGrp="1"/>
          </p:cNvSpPr>
          <p:nvPr>
            <p:ph type="sldNum" sz="quarter" idx="5"/>
          </p:nvPr>
        </p:nvSpPr>
        <p:spPr/>
        <p:txBody>
          <a:bodyPr/>
          <a:lstStyle/>
          <a:p>
            <a:fld id="{E7FCD975-05F1-476C-A015-BBC9BA6AAA5B}" type="slidenum">
              <a:rPr lang="en-DE" smtClean="0"/>
              <a:t>50</a:t>
            </a:fld>
            <a:endParaRPr lang="en-DE"/>
          </a:p>
        </p:txBody>
      </p:sp>
    </p:spTree>
    <p:extLst>
      <p:ext uri="{BB962C8B-B14F-4D97-AF65-F5344CB8AC3E}">
        <p14:creationId xmlns:p14="http://schemas.microsoft.com/office/powerpoint/2010/main" val="40945539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C85DB-5064-9046-EB15-03AEA6FC2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CCC2D-02A2-9EAA-CB5F-BF779381F2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1D349-B52A-03CA-99AD-57286FC145F2}"/>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AE085853-6F21-1EC1-351C-6E2B096BEF79}"/>
              </a:ext>
            </a:extLst>
          </p:cNvPr>
          <p:cNvSpPr>
            <a:spLocks noGrp="1"/>
          </p:cNvSpPr>
          <p:nvPr>
            <p:ph type="sldNum" sz="quarter" idx="5"/>
          </p:nvPr>
        </p:nvSpPr>
        <p:spPr/>
        <p:txBody>
          <a:bodyPr/>
          <a:lstStyle/>
          <a:p>
            <a:fld id="{E7FCD975-05F1-476C-A015-BBC9BA6AAA5B}" type="slidenum">
              <a:rPr lang="en-DE" smtClean="0"/>
              <a:t>51</a:t>
            </a:fld>
            <a:endParaRPr lang="en-DE"/>
          </a:p>
        </p:txBody>
      </p:sp>
    </p:spTree>
    <p:extLst>
      <p:ext uri="{BB962C8B-B14F-4D97-AF65-F5344CB8AC3E}">
        <p14:creationId xmlns:p14="http://schemas.microsoft.com/office/powerpoint/2010/main" val="1180912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b="1" dirty="0"/>
          </a:p>
        </p:txBody>
      </p:sp>
      <p:sp>
        <p:nvSpPr>
          <p:cNvPr id="4" name="Slide Number Placeholder 3"/>
          <p:cNvSpPr>
            <a:spLocks noGrp="1"/>
          </p:cNvSpPr>
          <p:nvPr>
            <p:ph type="sldNum" sz="quarter" idx="5"/>
          </p:nvPr>
        </p:nvSpPr>
        <p:spPr/>
        <p:txBody>
          <a:bodyPr/>
          <a:lstStyle/>
          <a:p>
            <a:fld id="{E7FCD975-05F1-476C-A015-BBC9BA6AAA5B}" type="slidenum">
              <a:rPr lang="en-DE" smtClean="0"/>
              <a:t>52</a:t>
            </a:fld>
            <a:endParaRPr lang="en-DE"/>
          </a:p>
        </p:txBody>
      </p:sp>
    </p:spTree>
    <p:extLst>
      <p:ext uri="{BB962C8B-B14F-4D97-AF65-F5344CB8AC3E}">
        <p14:creationId xmlns:p14="http://schemas.microsoft.com/office/powerpoint/2010/main" val="38425092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22A1-4A89-BD72-1B1E-DEA60DD3D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1446F-0BE8-AC72-3BA7-35D4A8573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4B0C4-DFB7-2CC1-10AD-81066C56C21C}"/>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endParaRPr lang="en-DE" b="1" dirty="0"/>
          </a:p>
        </p:txBody>
      </p:sp>
      <p:sp>
        <p:nvSpPr>
          <p:cNvPr id="4" name="Slide Number Placeholder 3">
            <a:extLst>
              <a:ext uri="{FF2B5EF4-FFF2-40B4-BE49-F238E27FC236}">
                <a16:creationId xmlns:a16="http://schemas.microsoft.com/office/drawing/2014/main" id="{1AAEDBD2-2371-DD0A-7C0C-2BD9BC89FF9C}"/>
              </a:ext>
            </a:extLst>
          </p:cNvPr>
          <p:cNvSpPr>
            <a:spLocks noGrp="1"/>
          </p:cNvSpPr>
          <p:nvPr>
            <p:ph type="sldNum" sz="quarter" idx="5"/>
          </p:nvPr>
        </p:nvSpPr>
        <p:spPr/>
        <p:txBody>
          <a:bodyPr/>
          <a:lstStyle/>
          <a:p>
            <a:fld id="{E7FCD975-05F1-476C-A015-BBC9BA6AAA5B}" type="slidenum">
              <a:rPr lang="en-DE" smtClean="0"/>
              <a:t>53</a:t>
            </a:fld>
            <a:endParaRPr lang="en-DE"/>
          </a:p>
        </p:txBody>
      </p:sp>
    </p:spTree>
    <p:extLst>
      <p:ext uri="{BB962C8B-B14F-4D97-AF65-F5344CB8AC3E}">
        <p14:creationId xmlns:p14="http://schemas.microsoft.com/office/powerpoint/2010/main" val="5904669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7CE0F-F7AD-ECBE-8F74-CC5730FCE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1E527-BCA9-606E-5C8D-4988F0BC61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FBB7B-9901-C0E8-B082-2EFBF44230BC}"/>
              </a:ext>
            </a:extLst>
          </p:cNvPr>
          <p:cNvSpPr>
            <a:spLocks noGrp="1"/>
          </p:cNvSpPr>
          <p:nvPr>
            <p:ph type="body" idx="1"/>
          </p:nvPr>
        </p:nvSpPr>
        <p:spPr/>
        <p:txBody>
          <a:bodyPr/>
          <a:lstStyle/>
          <a:p>
            <a:endParaRPr lang="en-DE" b="1" dirty="0"/>
          </a:p>
        </p:txBody>
      </p:sp>
      <p:sp>
        <p:nvSpPr>
          <p:cNvPr id="4" name="Slide Number Placeholder 3">
            <a:extLst>
              <a:ext uri="{FF2B5EF4-FFF2-40B4-BE49-F238E27FC236}">
                <a16:creationId xmlns:a16="http://schemas.microsoft.com/office/drawing/2014/main" id="{61E2C984-6ED5-DCE0-BD26-0522D37A892F}"/>
              </a:ext>
            </a:extLst>
          </p:cNvPr>
          <p:cNvSpPr>
            <a:spLocks noGrp="1"/>
          </p:cNvSpPr>
          <p:nvPr>
            <p:ph type="sldNum" sz="quarter" idx="5"/>
          </p:nvPr>
        </p:nvSpPr>
        <p:spPr/>
        <p:txBody>
          <a:bodyPr/>
          <a:lstStyle/>
          <a:p>
            <a:fld id="{E7FCD975-05F1-476C-A015-BBC9BA6AAA5B}" type="slidenum">
              <a:rPr lang="en-DE" smtClean="0"/>
              <a:t>54</a:t>
            </a:fld>
            <a:endParaRPr lang="en-DE"/>
          </a:p>
        </p:txBody>
      </p:sp>
    </p:spTree>
    <p:extLst>
      <p:ext uri="{BB962C8B-B14F-4D97-AF65-F5344CB8AC3E}">
        <p14:creationId xmlns:p14="http://schemas.microsoft.com/office/powerpoint/2010/main" val="8882658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02001-0606-36CA-BB92-317FAA49C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6ED98-7F88-FA42-8081-44119B7F0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0CEB0-F5A1-967D-9967-A17A6F9FA94F}"/>
              </a:ext>
            </a:extLst>
          </p:cNvPr>
          <p:cNvSpPr>
            <a:spLocks noGrp="1"/>
          </p:cNvSpPr>
          <p:nvPr>
            <p:ph type="body" idx="1"/>
          </p:nvPr>
        </p:nvSpPr>
        <p:spPr/>
        <p:txBody>
          <a:bodyPr/>
          <a:lstStyle/>
          <a:p>
            <a:endParaRPr lang="en-DE" b="1" dirty="0"/>
          </a:p>
        </p:txBody>
      </p:sp>
      <p:sp>
        <p:nvSpPr>
          <p:cNvPr id="4" name="Slide Number Placeholder 3">
            <a:extLst>
              <a:ext uri="{FF2B5EF4-FFF2-40B4-BE49-F238E27FC236}">
                <a16:creationId xmlns:a16="http://schemas.microsoft.com/office/drawing/2014/main" id="{C663DCB5-DAD3-0884-E7C8-325D39E0BF1D}"/>
              </a:ext>
            </a:extLst>
          </p:cNvPr>
          <p:cNvSpPr>
            <a:spLocks noGrp="1"/>
          </p:cNvSpPr>
          <p:nvPr>
            <p:ph type="sldNum" sz="quarter" idx="5"/>
          </p:nvPr>
        </p:nvSpPr>
        <p:spPr/>
        <p:txBody>
          <a:bodyPr/>
          <a:lstStyle/>
          <a:p>
            <a:fld id="{E7FCD975-05F1-476C-A015-BBC9BA6AAA5B}" type="slidenum">
              <a:rPr lang="en-DE" smtClean="0"/>
              <a:t>55</a:t>
            </a:fld>
            <a:endParaRPr lang="en-DE"/>
          </a:p>
        </p:txBody>
      </p:sp>
    </p:spTree>
    <p:extLst>
      <p:ext uri="{BB962C8B-B14F-4D97-AF65-F5344CB8AC3E}">
        <p14:creationId xmlns:p14="http://schemas.microsoft.com/office/powerpoint/2010/main" val="14560946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E720-DFA0-BF6D-B207-5F78C6F70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333E2-0D6D-0869-EA49-A9E1A99CB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6B126-3B4F-DC97-29E0-D3C24950EF27}"/>
              </a:ext>
            </a:extLst>
          </p:cNvPr>
          <p:cNvSpPr>
            <a:spLocks noGrp="1"/>
          </p:cNvSpPr>
          <p:nvPr>
            <p:ph type="body" idx="1"/>
          </p:nvPr>
        </p:nvSpPr>
        <p:spPr/>
        <p:txBody>
          <a:bodyPr/>
          <a:lstStyle/>
          <a:p>
            <a:endParaRPr lang="en-DE" b="1" dirty="0"/>
          </a:p>
        </p:txBody>
      </p:sp>
      <p:sp>
        <p:nvSpPr>
          <p:cNvPr id="4" name="Slide Number Placeholder 3">
            <a:extLst>
              <a:ext uri="{FF2B5EF4-FFF2-40B4-BE49-F238E27FC236}">
                <a16:creationId xmlns:a16="http://schemas.microsoft.com/office/drawing/2014/main" id="{EABEAF7F-6C14-7CCF-4369-C10C04162F3C}"/>
              </a:ext>
            </a:extLst>
          </p:cNvPr>
          <p:cNvSpPr>
            <a:spLocks noGrp="1"/>
          </p:cNvSpPr>
          <p:nvPr>
            <p:ph type="sldNum" sz="quarter" idx="5"/>
          </p:nvPr>
        </p:nvSpPr>
        <p:spPr/>
        <p:txBody>
          <a:bodyPr/>
          <a:lstStyle/>
          <a:p>
            <a:fld id="{E7FCD975-05F1-476C-A015-BBC9BA6AAA5B}" type="slidenum">
              <a:rPr lang="en-DE" smtClean="0"/>
              <a:t>56</a:t>
            </a:fld>
            <a:endParaRPr lang="en-DE"/>
          </a:p>
        </p:txBody>
      </p:sp>
    </p:spTree>
    <p:extLst>
      <p:ext uri="{BB962C8B-B14F-4D97-AF65-F5344CB8AC3E}">
        <p14:creationId xmlns:p14="http://schemas.microsoft.com/office/powerpoint/2010/main" val="6968745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2EE0D-E00E-AABB-07DA-AC7D8B278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26B4B-0D3A-2BDA-52EA-B852BD2DD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21527-F1C1-DC8F-A5AE-2FC0FE1F14AD}"/>
              </a:ext>
            </a:extLst>
          </p:cNvPr>
          <p:cNvSpPr>
            <a:spLocks noGrp="1"/>
          </p:cNvSpPr>
          <p:nvPr>
            <p:ph type="body" idx="1"/>
          </p:nvPr>
        </p:nvSpPr>
        <p:spPr/>
        <p:txBody>
          <a:bodyPr/>
          <a:lstStyle/>
          <a:p>
            <a:endParaRPr lang="en-DE" b="1" dirty="0"/>
          </a:p>
        </p:txBody>
      </p:sp>
      <p:sp>
        <p:nvSpPr>
          <p:cNvPr id="4" name="Slide Number Placeholder 3">
            <a:extLst>
              <a:ext uri="{FF2B5EF4-FFF2-40B4-BE49-F238E27FC236}">
                <a16:creationId xmlns:a16="http://schemas.microsoft.com/office/drawing/2014/main" id="{4EB656C1-5537-0382-98C5-1A2781480E8A}"/>
              </a:ext>
            </a:extLst>
          </p:cNvPr>
          <p:cNvSpPr>
            <a:spLocks noGrp="1"/>
          </p:cNvSpPr>
          <p:nvPr>
            <p:ph type="sldNum" sz="quarter" idx="5"/>
          </p:nvPr>
        </p:nvSpPr>
        <p:spPr/>
        <p:txBody>
          <a:bodyPr/>
          <a:lstStyle/>
          <a:p>
            <a:fld id="{E7FCD975-05F1-476C-A015-BBC9BA6AAA5B}" type="slidenum">
              <a:rPr lang="en-DE" smtClean="0"/>
              <a:t>57</a:t>
            </a:fld>
            <a:endParaRPr lang="en-DE"/>
          </a:p>
        </p:txBody>
      </p:sp>
    </p:spTree>
    <p:extLst>
      <p:ext uri="{BB962C8B-B14F-4D97-AF65-F5344CB8AC3E}">
        <p14:creationId xmlns:p14="http://schemas.microsoft.com/office/powerpoint/2010/main" val="6126907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1B593-4721-EEBA-3EB1-11AF1D22C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9D983-F7AB-1DFA-931A-0354B82E7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14F1B-2DC8-6050-448C-BF2647DD9B5E}"/>
              </a:ext>
            </a:extLst>
          </p:cNvPr>
          <p:cNvSpPr>
            <a:spLocks noGrp="1"/>
          </p:cNvSpPr>
          <p:nvPr>
            <p:ph type="body" idx="1"/>
          </p:nvPr>
        </p:nvSpPr>
        <p:spPr/>
        <p:txBody>
          <a:bodyPr/>
          <a:lstStyle/>
          <a:p>
            <a:endParaRPr lang="en-DE" b="1" dirty="0"/>
          </a:p>
        </p:txBody>
      </p:sp>
      <p:sp>
        <p:nvSpPr>
          <p:cNvPr id="4" name="Slide Number Placeholder 3">
            <a:extLst>
              <a:ext uri="{FF2B5EF4-FFF2-40B4-BE49-F238E27FC236}">
                <a16:creationId xmlns:a16="http://schemas.microsoft.com/office/drawing/2014/main" id="{18453C28-54C4-CEB3-087A-841D447071F7}"/>
              </a:ext>
            </a:extLst>
          </p:cNvPr>
          <p:cNvSpPr>
            <a:spLocks noGrp="1"/>
          </p:cNvSpPr>
          <p:nvPr>
            <p:ph type="sldNum" sz="quarter" idx="5"/>
          </p:nvPr>
        </p:nvSpPr>
        <p:spPr/>
        <p:txBody>
          <a:bodyPr/>
          <a:lstStyle/>
          <a:p>
            <a:fld id="{E7FCD975-05F1-476C-A015-BBC9BA6AAA5B}" type="slidenum">
              <a:rPr lang="en-DE" smtClean="0"/>
              <a:t>58</a:t>
            </a:fld>
            <a:endParaRPr lang="en-DE"/>
          </a:p>
        </p:txBody>
      </p:sp>
    </p:spTree>
    <p:extLst>
      <p:ext uri="{BB962C8B-B14F-4D97-AF65-F5344CB8AC3E}">
        <p14:creationId xmlns:p14="http://schemas.microsoft.com/office/powerpoint/2010/main" val="1968240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62</a:t>
            </a:fld>
            <a:endParaRPr lang="en-DE"/>
          </a:p>
        </p:txBody>
      </p:sp>
    </p:spTree>
    <p:extLst>
      <p:ext uri="{BB962C8B-B14F-4D97-AF65-F5344CB8AC3E}">
        <p14:creationId xmlns:p14="http://schemas.microsoft.com/office/powerpoint/2010/main" val="29724547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7FCD975-05F1-476C-A015-BBC9BA6AAA5B}" type="slidenum">
              <a:rPr lang="en-DE" smtClean="0"/>
              <a:t>67</a:t>
            </a:fld>
            <a:endParaRPr lang="en-DE"/>
          </a:p>
        </p:txBody>
      </p:sp>
    </p:spTree>
    <p:extLst>
      <p:ext uri="{BB962C8B-B14F-4D97-AF65-F5344CB8AC3E}">
        <p14:creationId xmlns:p14="http://schemas.microsoft.com/office/powerpoint/2010/main" val="14201227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B6EF5-CD13-35B1-C803-A29BF732D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9D8BB-2A81-3AD5-3BD7-EF98038E6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FDE7E-3DA3-BCB3-438E-2FB4FD24BB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Git is now the standard for version control</a:t>
            </a:r>
          </a:p>
        </p:txBody>
      </p:sp>
      <p:sp>
        <p:nvSpPr>
          <p:cNvPr id="4" name="Slide Number Placeholder 3">
            <a:extLst>
              <a:ext uri="{FF2B5EF4-FFF2-40B4-BE49-F238E27FC236}">
                <a16:creationId xmlns:a16="http://schemas.microsoft.com/office/drawing/2014/main" id="{59356797-97F4-15FD-5FA9-8B22229D1B1E}"/>
              </a:ext>
            </a:extLst>
          </p:cNvPr>
          <p:cNvSpPr>
            <a:spLocks noGrp="1"/>
          </p:cNvSpPr>
          <p:nvPr>
            <p:ph type="sldNum" sz="quarter" idx="5"/>
          </p:nvPr>
        </p:nvSpPr>
        <p:spPr/>
        <p:txBody>
          <a:bodyPr/>
          <a:lstStyle/>
          <a:p>
            <a:fld id="{E7FCD975-05F1-476C-A015-BBC9BA6AAA5B}" type="slidenum">
              <a:rPr lang="en-DE" smtClean="0"/>
              <a:t>68</a:t>
            </a:fld>
            <a:endParaRPr lang="en-DE"/>
          </a:p>
        </p:txBody>
      </p:sp>
    </p:spTree>
    <p:extLst>
      <p:ext uri="{BB962C8B-B14F-4D97-AF65-F5344CB8AC3E}">
        <p14:creationId xmlns:p14="http://schemas.microsoft.com/office/powerpoint/2010/main" val="18659335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B90AE-E61B-463B-00B3-97F0E6C05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5CADA-4761-6E9F-48F7-E7371A185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F6DE2F-265B-0D3C-3B2B-12CB404DCD3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C8DDF5E-45AC-32B0-B1E8-A51232A72D35}"/>
              </a:ext>
            </a:extLst>
          </p:cNvPr>
          <p:cNvSpPr>
            <a:spLocks noGrp="1"/>
          </p:cNvSpPr>
          <p:nvPr>
            <p:ph type="sldNum" sz="quarter" idx="5"/>
          </p:nvPr>
        </p:nvSpPr>
        <p:spPr/>
        <p:txBody>
          <a:bodyPr/>
          <a:lstStyle/>
          <a:p>
            <a:fld id="{E7FCD975-05F1-476C-A015-BBC9BA6AAA5B}" type="slidenum">
              <a:rPr lang="en-DE" smtClean="0"/>
              <a:t>69</a:t>
            </a:fld>
            <a:endParaRPr lang="en-DE"/>
          </a:p>
        </p:txBody>
      </p:sp>
    </p:spTree>
    <p:extLst>
      <p:ext uri="{BB962C8B-B14F-4D97-AF65-F5344CB8AC3E}">
        <p14:creationId xmlns:p14="http://schemas.microsoft.com/office/powerpoint/2010/main" val="2236072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AC95-3732-18C1-45EA-6B2EE01BA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20DDF-5112-6F58-77EC-0C3B1708B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15C77-EE68-65AD-EAE0-E59B82AE884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B4691B7-D00B-EF6A-09F1-B969061AC7FD}"/>
              </a:ext>
            </a:extLst>
          </p:cNvPr>
          <p:cNvSpPr>
            <a:spLocks noGrp="1"/>
          </p:cNvSpPr>
          <p:nvPr>
            <p:ph type="sldNum" sz="quarter" idx="5"/>
          </p:nvPr>
        </p:nvSpPr>
        <p:spPr/>
        <p:txBody>
          <a:bodyPr/>
          <a:lstStyle/>
          <a:p>
            <a:fld id="{E7FCD975-05F1-476C-A015-BBC9BA6AAA5B}" type="slidenum">
              <a:rPr lang="en-DE" smtClean="0"/>
              <a:t>70</a:t>
            </a:fld>
            <a:endParaRPr lang="en-DE"/>
          </a:p>
        </p:txBody>
      </p:sp>
    </p:spTree>
    <p:extLst>
      <p:ext uri="{BB962C8B-B14F-4D97-AF65-F5344CB8AC3E}">
        <p14:creationId xmlns:p14="http://schemas.microsoft.com/office/powerpoint/2010/main" val="14513230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D640C-7E27-3C9E-3302-91297E880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3A858-77CC-E62C-CFCD-909D79D418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04C2D3-DD34-CBCD-78FD-2707F4BF792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04CD425-AE15-3508-666E-026B9E0CA4DD}"/>
              </a:ext>
            </a:extLst>
          </p:cNvPr>
          <p:cNvSpPr>
            <a:spLocks noGrp="1"/>
          </p:cNvSpPr>
          <p:nvPr>
            <p:ph type="sldNum" sz="quarter" idx="5"/>
          </p:nvPr>
        </p:nvSpPr>
        <p:spPr/>
        <p:txBody>
          <a:bodyPr/>
          <a:lstStyle/>
          <a:p>
            <a:fld id="{E7FCD975-05F1-476C-A015-BBC9BA6AAA5B}" type="slidenum">
              <a:rPr lang="en-DE" smtClean="0"/>
              <a:t>71</a:t>
            </a:fld>
            <a:endParaRPr lang="en-DE"/>
          </a:p>
        </p:txBody>
      </p:sp>
    </p:spTree>
    <p:extLst>
      <p:ext uri="{BB962C8B-B14F-4D97-AF65-F5344CB8AC3E}">
        <p14:creationId xmlns:p14="http://schemas.microsoft.com/office/powerpoint/2010/main" val="18824908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672C4-A06A-F17C-E2E7-932AF712A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D2C0E-E21F-99E9-83E7-B27D4DFBD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F800DD-FF61-F317-60CF-6CDCE5BE288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686E31C-7BA6-0EE4-40AF-D3C8BA7F81A4}"/>
              </a:ext>
            </a:extLst>
          </p:cNvPr>
          <p:cNvSpPr>
            <a:spLocks noGrp="1"/>
          </p:cNvSpPr>
          <p:nvPr>
            <p:ph type="sldNum" sz="quarter" idx="5"/>
          </p:nvPr>
        </p:nvSpPr>
        <p:spPr/>
        <p:txBody>
          <a:bodyPr/>
          <a:lstStyle/>
          <a:p>
            <a:fld id="{E7FCD975-05F1-476C-A015-BBC9BA6AAA5B}" type="slidenum">
              <a:rPr lang="en-DE" smtClean="0"/>
              <a:t>72</a:t>
            </a:fld>
            <a:endParaRPr lang="en-DE"/>
          </a:p>
        </p:txBody>
      </p:sp>
    </p:spTree>
    <p:extLst>
      <p:ext uri="{BB962C8B-B14F-4D97-AF65-F5344CB8AC3E}">
        <p14:creationId xmlns:p14="http://schemas.microsoft.com/office/powerpoint/2010/main" val="22593260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F261B-E604-E4C6-B980-9EC82230C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2E4D4-C6C4-14B6-66DF-7AE1BEBD53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56C0C2-DCA7-63FF-5979-6C165879505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B3F1476-6A31-06F4-A11A-F43ED9007E91}"/>
              </a:ext>
            </a:extLst>
          </p:cNvPr>
          <p:cNvSpPr>
            <a:spLocks noGrp="1"/>
          </p:cNvSpPr>
          <p:nvPr>
            <p:ph type="sldNum" sz="quarter" idx="5"/>
          </p:nvPr>
        </p:nvSpPr>
        <p:spPr/>
        <p:txBody>
          <a:bodyPr/>
          <a:lstStyle/>
          <a:p>
            <a:fld id="{E7FCD975-05F1-476C-A015-BBC9BA6AAA5B}" type="slidenum">
              <a:rPr lang="en-DE" smtClean="0"/>
              <a:t>73</a:t>
            </a:fld>
            <a:endParaRPr lang="en-DE"/>
          </a:p>
        </p:txBody>
      </p:sp>
    </p:spTree>
    <p:extLst>
      <p:ext uri="{BB962C8B-B14F-4D97-AF65-F5344CB8AC3E}">
        <p14:creationId xmlns:p14="http://schemas.microsoft.com/office/powerpoint/2010/main" val="37194081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C6D05-E2EC-91DD-CA3B-C01446D49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8B809-BCA0-A1AC-D0A8-109C041F3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7DC3B-1E48-421E-F2F7-A8D8E793CC5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AA37663-BAE4-9AF6-D073-62E97296545B}"/>
              </a:ext>
            </a:extLst>
          </p:cNvPr>
          <p:cNvSpPr>
            <a:spLocks noGrp="1"/>
          </p:cNvSpPr>
          <p:nvPr>
            <p:ph type="sldNum" sz="quarter" idx="5"/>
          </p:nvPr>
        </p:nvSpPr>
        <p:spPr/>
        <p:txBody>
          <a:bodyPr/>
          <a:lstStyle/>
          <a:p>
            <a:fld id="{E7FCD975-05F1-476C-A015-BBC9BA6AAA5B}" type="slidenum">
              <a:rPr lang="en-DE" smtClean="0"/>
              <a:t>74</a:t>
            </a:fld>
            <a:endParaRPr lang="en-DE"/>
          </a:p>
        </p:txBody>
      </p:sp>
    </p:spTree>
    <p:extLst>
      <p:ext uri="{BB962C8B-B14F-4D97-AF65-F5344CB8AC3E}">
        <p14:creationId xmlns:p14="http://schemas.microsoft.com/office/powerpoint/2010/main" val="22737832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1A8DA-716B-0762-1377-E8BC23BD6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BB161-7802-878F-A5DA-608005D8A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20315-4624-B622-7866-BC88B4B0D9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9C4A989F-A8BF-F984-E4EC-BAF4ED466A88}"/>
              </a:ext>
            </a:extLst>
          </p:cNvPr>
          <p:cNvSpPr>
            <a:spLocks noGrp="1"/>
          </p:cNvSpPr>
          <p:nvPr>
            <p:ph type="sldNum" sz="quarter" idx="5"/>
          </p:nvPr>
        </p:nvSpPr>
        <p:spPr/>
        <p:txBody>
          <a:bodyPr/>
          <a:lstStyle/>
          <a:p>
            <a:fld id="{E7FCD975-05F1-476C-A015-BBC9BA6AAA5B}" type="slidenum">
              <a:rPr lang="en-DE" smtClean="0"/>
              <a:t>75</a:t>
            </a:fld>
            <a:endParaRPr lang="en-DE"/>
          </a:p>
        </p:txBody>
      </p:sp>
    </p:spTree>
    <p:extLst>
      <p:ext uri="{BB962C8B-B14F-4D97-AF65-F5344CB8AC3E}">
        <p14:creationId xmlns:p14="http://schemas.microsoft.com/office/powerpoint/2010/main" val="29172393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91990-8D38-376B-DB59-300EF8DF8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BC3CF-2F94-5DCC-EFE8-947C12BDE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8239B-68A2-AA1A-CA53-58569FBA98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4B1AA67C-33D2-7AF1-1A5B-843EEB9F8563}"/>
              </a:ext>
            </a:extLst>
          </p:cNvPr>
          <p:cNvSpPr>
            <a:spLocks noGrp="1"/>
          </p:cNvSpPr>
          <p:nvPr>
            <p:ph type="sldNum" sz="quarter" idx="5"/>
          </p:nvPr>
        </p:nvSpPr>
        <p:spPr/>
        <p:txBody>
          <a:bodyPr/>
          <a:lstStyle/>
          <a:p>
            <a:fld id="{E7FCD975-05F1-476C-A015-BBC9BA6AAA5B}" type="slidenum">
              <a:rPr lang="en-DE" smtClean="0"/>
              <a:t>76</a:t>
            </a:fld>
            <a:endParaRPr lang="en-DE"/>
          </a:p>
        </p:txBody>
      </p:sp>
    </p:spTree>
    <p:extLst>
      <p:ext uri="{BB962C8B-B14F-4D97-AF65-F5344CB8AC3E}">
        <p14:creationId xmlns:p14="http://schemas.microsoft.com/office/powerpoint/2010/main" val="15788186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78</a:t>
            </a:fld>
            <a:endParaRPr lang="en-DE"/>
          </a:p>
        </p:txBody>
      </p:sp>
    </p:spTree>
    <p:extLst>
      <p:ext uri="{BB962C8B-B14F-4D97-AF65-F5344CB8AC3E}">
        <p14:creationId xmlns:p14="http://schemas.microsoft.com/office/powerpoint/2010/main" val="16952422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here on, move to R</a:t>
            </a:r>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79</a:t>
            </a:fld>
            <a:endParaRPr lang="en-DE"/>
          </a:p>
        </p:txBody>
      </p:sp>
    </p:spTree>
    <p:extLst>
      <p:ext uri="{BB962C8B-B14F-4D97-AF65-F5344CB8AC3E}">
        <p14:creationId xmlns:p14="http://schemas.microsoft.com/office/powerpoint/2010/main" val="3151865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81</a:t>
            </a:fld>
            <a:endParaRPr lang="en-DE"/>
          </a:p>
        </p:txBody>
      </p:sp>
    </p:spTree>
    <p:extLst>
      <p:ext uri="{BB962C8B-B14F-4D97-AF65-F5344CB8AC3E}">
        <p14:creationId xmlns:p14="http://schemas.microsoft.com/office/powerpoint/2010/main" val="22120396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89755-76B0-7051-AF71-9EF7F8420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730E3-6C55-1722-5FB7-46267B277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9124A-39BA-90E5-F816-A9602022A310}"/>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949CC1D7-34CA-7C99-3399-4653ED6F0D24}"/>
              </a:ext>
            </a:extLst>
          </p:cNvPr>
          <p:cNvSpPr>
            <a:spLocks noGrp="1"/>
          </p:cNvSpPr>
          <p:nvPr>
            <p:ph type="sldNum" sz="quarter" idx="5"/>
          </p:nvPr>
        </p:nvSpPr>
        <p:spPr/>
        <p:txBody>
          <a:bodyPr/>
          <a:lstStyle/>
          <a:p>
            <a:fld id="{E7FCD975-05F1-476C-A015-BBC9BA6AAA5B}" type="slidenum">
              <a:rPr lang="en-DE" smtClean="0"/>
              <a:t>82</a:t>
            </a:fld>
            <a:endParaRPr lang="en-DE"/>
          </a:p>
        </p:txBody>
      </p:sp>
    </p:spTree>
    <p:extLst>
      <p:ext uri="{BB962C8B-B14F-4D97-AF65-F5344CB8AC3E}">
        <p14:creationId xmlns:p14="http://schemas.microsoft.com/office/powerpoint/2010/main" val="1286419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7FCD975-05F1-476C-A015-BBC9BA6AAA5B}" type="slidenum">
              <a:rPr lang="en-DE" smtClean="0"/>
              <a:t>86</a:t>
            </a:fld>
            <a:endParaRPr lang="en-DE"/>
          </a:p>
        </p:txBody>
      </p:sp>
    </p:spTree>
    <p:extLst>
      <p:ext uri="{BB962C8B-B14F-4D97-AF65-F5344CB8AC3E}">
        <p14:creationId xmlns:p14="http://schemas.microsoft.com/office/powerpoint/2010/main" val="29755536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87</a:t>
            </a:fld>
            <a:endParaRPr lang="en-DE"/>
          </a:p>
        </p:txBody>
      </p:sp>
    </p:spTree>
    <p:extLst>
      <p:ext uri="{BB962C8B-B14F-4D97-AF65-F5344CB8AC3E}">
        <p14:creationId xmlns:p14="http://schemas.microsoft.com/office/powerpoint/2010/main" val="23890136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31C9-B568-069C-0ED9-921D9E655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F00C8-7C75-AA61-9F01-F2F6EE970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D61B6-7A17-91CB-F045-224487C35B66}"/>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593AD837-548A-9F6F-AF6D-B2F2F6739608}"/>
              </a:ext>
            </a:extLst>
          </p:cNvPr>
          <p:cNvSpPr>
            <a:spLocks noGrp="1"/>
          </p:cNvSpPr>
          <p:nvPr>
            <p:ph type="sldNum" sz="quarter" idx="5"/>
          </p:nvPr>
        </p:nvSpPr>
        <p:spPr/>
        <p:txBody>
          <a:bodyPr/>
          <a:lstStyle/>
          <a:p>
            <a:fld id="{E7FCD975-05F1-476C-A015-BBC9BA6AAA5B}" type="slidenum">
              <a:rPr lang="en-DE" smtClean="0"/>
              <a:t>88</a:t>
            </a:fld>
            <a:endParaRPr lang="en-DE"/>
          </a:p>
        </p:txBody>
      </p:sp>
    </p:spTree>
    <p:extLst>
      <p:ext uri="{BB962C8B-B14F-4D97-AF65-F5344CB8AC3E}">
        <p14:creationId xmlns:p14="http://schemas.microsoft.com/office/powerpoint/2010/main" val="22106479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7FCD975-05F1-476C-A015-BBC9BA6AAA5B}" type="slidenum">
              <a:rPr lang="en-DE" smtClean="0"/>
              <a:t>92</a:t>
            </a:fld>
            <a:endParaRPr lang="en-DE"/>
          </a:p>
        </p:txBody>
      </p:sp>
    </p:spTree>
    <p:extLst>
      <p:ext uri="{BB962C8B-B14F-4D97-AF65-F5344CB8AC3E}">
        <p14:creationId xmlns:p14="http://schemas.microsoft.com/office/powerpoint/2010/main" val="11000007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Now short demo</a:t>
            </a:r>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96</a:t>
            </a:fld>
            <a:endParaRPr lang="en-DE"/>
          </a:p>
        </p:txBody>
      </p:sp>
    </p:spTree>
    <p:extLst>
      <p:ext uri="{BB962C8B-B14F-4D97-AF65-F5344CB8AC3E}">
        <p14:creationId xmlns:p14="http://schemas.microsoft.com/office/powerpoint/2010/main" val="30648452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4D5F-791B-D4F4-9D64-97E15FD3D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682FC-20CA-79A9-B0E2-59F862579D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3FB54-84BB-959D-C9EF-C004DDC45615}"/>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E9D96101-70CC-388D-808B-8887D32C018C}"/>
              </a:ext>
            </a:extLst>
          </p:cNvPr>
          <p:cNvSpPr>
            <a:spLocks noGrp="1"/>
          </p:cNvSpPr>
          <p:nvPr>
            <p:ph type="sldNum" sz="quarter" idx="5"/>
          </p:nvPr>
        </p:nvSpPr>
        <p:spPr/>
        <p:txBody>
          <a:bodyPr/>
          <a:lstStyle/>
          <a:p>
            <a:fld id="{E7FCD975-05F1-476C-A015-BBC9BA6AAA5B}" type="slidenum">
              <a:rPr lang="en-DE" smtClean="0"/>
              <a:t>97</a:t>
            </a:fld>
            <a:endParaRPr lang="en-DE"/>
          </a:p>
        </p:txBody>
      </p:sp>
    </p:spTree>
    <p:extLst>
      <p:ext uri="{BB962C8B-B14F-4D97-AF65-F5344CB8AC3E}">
        <p14:creationId xmlns:p14="http://schemas.microsoft.com/office/powerpoint/2010/main" val="32965047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AEF37-E9B5-4E16-55A5-93B250B748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6F7A0-EFBC-41A9-22FE-6BB247041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FE0C9-75F5-8DD0-22DE-FCA988122240}"/>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887F44D4-2D06-9147-2A83-E8261FA17591}"/>
              </a:ext>
            </a:extLst>
          </p:cNvPr>
          <p:cNvSpPr>
            <a:spLocks noGrp="1"/>
          </p:cNvSpPr>
          <p:nvPr>
            <p:ph type="sldNum" sz="quarter" idx="5"/>
          </p:nvPr>
        </p:nvSpPr>
        <p:spPr/>
        <p:txBody>
          <a:bodyPr/>
          <a:lstStyle/>
          <a:p>
            <a:fld id="{E7FCD975-05F1-476C-A015-BBC9BA6AAA5B}" type="slidenum">
              <a:rPr lang="en-DE" smtClean="0"/>
              <a:t>98</a:t>
            </a:fld>
            <a:endParaRPr lang="en-DE"/>
          </a:p>
        </p:txBody>
      </p:sp>
    </p:spTree>
    <p:extLst>
      <p:ext uri="{BB962C8B-B14F-4D97-AF65-F5344CB8AC3E}">
        <p14:creationId xmlns:p14="http://schemas.microsoft.com/office/powerpoint/2010/main" val="8720451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2E673-A949-9F1A-AAA0-58C5339AC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B9C95-3A4F-BABB-15B3-68FB02A87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2EC85-0BD9-DAA7-6DA9-F560F27C172D}"/>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91849461-05B8-C88D-DC1C-83976714B7E6}"/>
              </a:ext>
            </a:extLst>
          </p:cNvPr>
          <p:cNvSpPr>
            <a:spLocks noGrp="1"/>
          </p:cNvSpPr>
          <p:nvPr>
            <p:ph type="sldNum" sz="quarter" idx="5"/>
          </p:nvPr>
        </p:nvSpPr>
        <p:spPr/>
        <p:txBody>
          <a:bodyPr/>
          <a:lstStyle/>
          <a:p>
            <a:fld id="{E7FCD975-05F1-476C-A015-BBC9BA6AAA5B}" type="slidenum">
              <a:rPr lang="en-DE" smtClean="0"/>
              <a:t>99</a:t>
            </a:fld>
            <a:endParaRPr lang="en-DE"/>
          </a:p>
        </p:txBody>
      </p:sp>
    </p:spTree>
    <p:extLst>
      <p:ext uri="{BB962C8B-B14F-4D97-AF65-F5344CB8AC3E}">
        <p14:creationId xmlns:p14="http://schemas.microsoft.com/office/powerpoint/2010/main" val="29948743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E3FA2-6D6C-7017-6A69-10329DDF3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C9C9F-234D-B70B-15A9-4AD03BC4E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C6579-002F-2D12-8A1E-B7A7C3477143}"/>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EA50FCB0-AC4F-7597-BB06-32461D16F48F}"/>
              </a:ext>
            </a:extLst>
          </p:cNvPr>
          <p:cNvSpPr>
            <a:spLocks noGrp="1"/>
          </p:cNvSpPr>
          <p:nvPr>
            <p:ph type="sldNum" sz="quarter" idx="5"/>
          </p:nvPr>
        </p:nvSpPr>
        <p:spPr/>
        <p:txBody>
          <a:bodyPr/>
          <a:lstStyle/>
          <a:p>
            <a:fld id="{E7FCD975-05F1-476C-A015-BBC9BA6AAA5B}" type="slidenum">
              <a:rPr lang="en-DE" smtClean="0"/>
              <a:t>100</a:t>
            </a:fld>
            <a:endParaRPr lang="en-DE"/>
          </a:p>
        </p:txBody>
      </p:sp>
    </p:spTree>
    <p:extLst>
      <p:ext uri="{BB962C8B-B14F-4D97-AF65-F5344CB8AC3E}">
        <p14:creationId xmlns:p14="http://schemas.microsoft.com/office/powerpoint/2010/main" val="6150066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AE943-0388-AC43-0B52-F0525BCF2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EA6DF-C58D-7565-724C-7806498FC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21FA8-5C48-91C7-47B2-3635BF25BFDA}"/>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0FC8DD09-5D02-1982-4321-DD6011351FCB}"/>
              </a:ext>
            </a:extLst>
          </p:cNvPr>
          <p:cNvSpPr>
            <a:spLocks noGrp="1"/>
          </p:cNvSpPr>
          <p:nvPr>
            <p:ph type="sldNum" sz="quarter" idx="5"/>
          </p:nvPr>
        </p:nvSpPr>
        <p:spPr/>
        <p:txBody>
          <a:bodyPr/>
          <a:lstStyle/>
          <a:p>
            <a:fld id="{E7FCD975-05F1-476C-A015-BBC9BA6AAA5B}" type="slidenum">
              <a:rPr lang="en-DE" smtClean="0"/>
              <a:t>101</a:t>
            </a:fld>
            <a:endParaRPr lang="en-DE"/>
          </a:p>
        </p:txBody>
      </p:sp>
    </p:spTree>
    <p:extLst>
      <p:ext uri="{BB962C8B-B14F-4D97-AF65-F5344CB8AC3E}">
        <p14:creationId xmlns:p14="http://schemas.microsoft.com/office/powerpoint/2010/main" val="364040260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C424C-52E3-E0A7-1F22-ABFB79C3D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CE458-C59C-5A0E-C930-CAE17A34B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F3D4F-AF78-11A4-CA72-E77B2C30E0BC}"/>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1E4DA8DA-2202-422E-E2C9-5642A021AC38}"/>
              </a:ext>
            </a:extLst>
          </p:cNvPr>
          <p:cNvSpPr>
            <a:spLocks noGrp="1"/>
          </p:cNvSpPr>
          <p:nvPr>
            <p:ph type="sldNum" sz="quarter" idx="5"/>
          </p:nvPr>
        </p:nvSpPr>
        <p:spPr/>
        <p:txBody>
          <a:bodyPr/>
          <a:lstStyle/>
          <a:p>
            <a:fld id="{E7FCD975-05F1-476C-A015-BBC9BA6AAA5B}" type="slidenum">
              <a:rPr lang="en-DE" smtClean="0"/>
              <a:t>102</a:t>
            </a:fld>
            <a:endParaRPr lang="en-DE"/>
          </a:p>
        </p:txBody>
      </p:sp>
    </p:spTree>
    <p:extLst>
      <p:ext uri="{BB962C8B-B14F-4D97-AF65-F5344CB8AC3E}">
        <p14:creationId xmlns:p14="http://schemas.microsoft.com/office/powerpoint/2010/main" val="10276656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4C558-BCBC-7655-B1FA-7093D23A3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E2E51-B9CA-6AEE-E628-B622CD823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41691-97D7-7CA2-C42B-2F22190DBB4C}"/>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63A39028-1FBA-1803-C503-46E6B6B2F64D}"/>
              </a:ext>
            </a:extLst>
          </p:cNvPr>
          <p:cNvSpPr>
            <a:spLocks noGrp="1"/>
          </p:cNvSpPr>
          <p:nvPr>
            <p:ph type="sldNum" sz="quarter" idx="5"/>
          </p:nvPr>
        </p:nvSpPr>
        <p:spPr/>
        <p:txBody>
          <a:bodyPr/>
          <a:lstStyle/>
          <a:p>
            <a:fld id="{E7FCD975-05F1-476C-A015-BBC9BA6AAA5B}" type="slidenum">
              <a:rPr lang="en-DE" smtClean="0"/>
              <a:t>103</a:t>
            </a:fld>
            <a:endParaRPr lang="en-DE"/>
          </a:p>
        </p:txBody>
      </p:sp>
    </p:spTree>
    <p:extLst>
      <p:ext uri="{BB962C8B-B14F-4D97-AF65-F5344CB8AC3E}">
        <p14:creationId xmlns:p14="http://schemas.microsoft.com/office/powerpoint/2010/main" val="40230946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F0A37-FD7E-9627-F44F-54B813087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9B9BE-F435-0268-A415-27C950303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4007B-9EDE-D6DF-BAD6-BB0B142DD89B}"/>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B743E872-523D-922C-E8F2-B3D3DAC2459E}"/>
              </a:ext>
            </a:extLst>
          </p:cNvPr>
          <p:cNvSpPr>
            <a:spLocks noGrp="1"/>
          </p:cNvSpPr>
          <p:nvPr>
            <p:ph type="sldNum" sz="quarter" idx="5"/>
          </p:nvPr>
        </p:nvSpPr>
        <p:spPr/>
        <p:txBody>
          <a:bodyPr/>
          <a:lstStyle/>
          <a:p>
            <a:fld id="{E7FCD975-05F1-476C-A015-BBC9BA6AAA5B}" type="slidenum">
              <a:rPr lang="en-DE" smtClean="0"/>
              <a:t>104</a:t>
            </a:fld>
            <a:endParaRPr lang="en-DE"/>
          </a:p>
        </p:txBody>
      </p:sp>
    </p:spTree>
    <p:extLst>
      <p:ext uri="{BB962C8B-B14F-4D97-AF65-F5344CB8AC3E}">
        <p14:creationId xmlns:p14="http://schemas.microsoft.com/office/powerpoint/2010/main" val="362408866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9554-9EBC-4665-E545-5AECB916A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067DD-38EE-BA52-2AF7-3E4DC1294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18AD28-2CC8-75AB-05E8-7D1BF2EE9746}"/>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2E01D429-56EE-241B-DBEE-34162222A507}"/>
              </a:ext>
            </a:extLst>
          </p:cNvPr>
          <p:cNvSpPr>
            <a:spLocks noGrp="1"/>
          </p:cNvSpPr>
          <p:nvPr>
            <p:ph type="sldNum" sz="quarter" idx="5"/>
          </p:nvPr>
        </p:nvSpPr>
        <p:spPr/>
        <p:txBody>
          <a:bodyPr/>
          <a:lstStyle/>
          <a:p>
            <a:fld id="{E7FCD975-05F1-476C-A015-BBC9BA6AAA5B}" type="slidenum">
              <a:rPr lang="en-DE" smtClean="0"/>
              <a:t>105</a:t>
            </a:fld>
            <a:endParaRPr lang="en-DE"/>
          </a:p>
        </p:txBody>
      </p:sp>
    </p:spTree>
    <p:extLst>
      <p:ext uri="{BB962C8B-B14F-4D97-AF65-F5344CB8AC3E}">
        <p14:creationId xmlns:p14="http://schemas.microsoft.com/office/powerpoint/2010/main" val="30709904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DFFEB-8769-AD3B-7CAA-3BA3DE771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DE7B5-003C-982D-4035-1653910A33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F272A-75BB-343C-EFDA-F1ACEBE6D850}"/>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BA845781-7F87-A4BC-737C-06DBF9510FBB}"/>
              </a:ext>
            </a:extLst>
          </p:cNvPr>
          <p:cNvSpPr>
            <a:spLocks noGrp="1"/>
          </p:cNvSpPr>
          <p:nvPr>
            <p:ph type="sldNum" sz="quarter" idx="5"/>
          </p:nvPr>
        </p:nvSpPr>
        <p:spPr/>
        <p:txBody>
          <a:bodyPr/>
          <a:lstStyle/>
          <a:p>
            <a:fld id="{E7FCD975-05F1-476C-A015-BBC9BA6AAA5B}" type="slidenum">
              <a:rPr lang="en-DE" smtClean="0"/>
              <a:t>106</a:t>
            </a:fld>
            <a:endParaRPr lang="en-DE"/>
          </a:p>
        </p:txBody>
      </p:sp>
    </p:spTree>
    <p:extLst>
      <p:ext uri="{BB962C8B-B14F-4D97-AF65-F5344CB8AC3E}">
        <p14:creationId xmlns:p14="http://schemas.microsoft.com/office/powerpoint/2010/main" val="331719285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A9DAA-261F-29EB-CE79-D8DBD3849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42598-99C9-01CE-370E-E47D5B16F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D3442-A547-3257-38E3-4B75E3D4EFB1}"/>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F0911F2C-281B-843D-CBD1-A94891BD5C88}"/>
              </a:ext>
            </a:extLst>
          </p:cNvPr>
          <p:cNvSpPr>
            <a:spLocks noGrp="1"/>
          </p:cNvSpPr>
          <p:nvPr>
            <p:ph type="sldNum" sz="quarter" idx="5"/>
          </p:nvPr>
        </p:nvSpPr>
        <p:spPr/>
        <p:txBody>
          <a:bodyPr/>
          <a:lstStyle/>
          <a:p>
            <a:fld id="{E7FCD975-05F1-476C-A015-BBC9BA6AAA5B}" type="slidenum">
              <a:rPr lang="en-DE" smtClean="0"/>
              <a:t>107</a:t>
            </a:fld>
            <a:endParaRPr lang="en-DE"/>
          </a:p>
        </p:txBody>
      </p:sp>
    </p:spTree>
    <p:extLst>
      <p:ext uri="{BB962C8B-B14F-4D97-AF65-F5344CB8AC3E}">
        <p14:creationId xmlns:p14="http://schemas.microsoft.com/office/powerpoint/2010/main" val="19019925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25F1F-9717-9253-E2AD-E6800A254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46E51-7370-FDBF-50FE-71FA8F4FC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FFB22-F532-70B1-F12A-5DE2254F3CCB}"/>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95BEF0B3-3130-EE45-5EFF-02DF496A000F}"/>
              </a:ext>
            </a:extLst>
          </p:cNvPr>
          <p:cNvSpPr>
            <a:spLocks noGrp="1"/>
          </p:cNvSpPr>
          <p:nvPr>
            <p:ph type="sldNum" sz="quarter" idx="5"/>
          </p:nvPr>
        </p:nvSpPr>
        <p:spPr/>
        <p:txBody>
          <a:bodyPr/>
          <a:lstStyle/>
          <a:p>
            <a:fld id="{E7FCD975-05F1-476C-A015-BBC9BA6AAA5B}" type="slidenum">
              <a:rPr lang="en-DE" smtClean="0"/>
              <a:t>108</a:t>
            </a:fld>
            <a:endParaRPr lang="en-DE"/>
          </a:p>
        </p:txBody>
      </p:sp>
    </p:spTree>
    <p:extLst>
      <p:ext uri="{BB962C8B-B14F-4D97-AF65-F5344CB8AC3E}">
        <p14:creationId xmlns:p14="http://schemas.microsoft.com/office/powerpoint/2010/main" val="32782543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E1906-125D-6B33-B3C8-87EEA8A1C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FE68B3-CA69-675F-1CB2-1D714E927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4AE03-4ABD-FF8E-AF75-726F5955C399}"/>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ABD9062C-B713-F2D3-238E-4A8462BDDD47}"/>
              </a:ext>
            </a:extLst>
          </p:cNvPr>
          <p:cNvSpPr>
            <a:spLocks noGrp="1"/>
          </p:cNvSpPr>
          <p:nvPr>
            <p:ph type="sldNum" sz="quarter" idx="5"/>
          </p:nvPr>
        </p:nvSpPr>
        <p:spPr/>
        <p:txBody>
          <a:bodyPr/>
          <a:lstStyle/>
          <a:p>
            <a:fld id="{E7FCD975-05F1-476C-A015-BBC9BA6AAA5B}" type="slidenum">
              <a:rPr lang="en-DE" smtClean="0"/>
              <a:t>109</a:t>
            </a:fld>
            <a:endParaRPr lang="en-DE"/>
          </a:p>
        </p:txBody>
      </p:sp>
    </p:spTree>
    <p:extLst>
      <p:ext uri="{BB962C8B-B14F-4D97-AF65-F5344CB8AC3E}">
        <p14:creationId xmlns:p14="http://schemas.microsoft.com/office/powerpoint/2010/main" val="215239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F2A9F-D015-D4C5-B47E-7A1AC2E68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7410F-AD97-D0F9-7037-CCAFE4830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A74975-8352-1EE1-6FF4-C255A6A2B45A}"/>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B1B05DA8-F912-A855-AC9E-8E27EF3F6F67}"/>
              </a:ext>
            </a:extLst>
          </p:cNvPr>
          <p:cNvSpPr>
            <a:spLocks noGrp="1"/>
          </p:cNvSpPr>
          <p:nvPr>
            <p:ph type="sldNum" sz="quarter" idx="5"/>
          </p:nvPr>
        </p:nvSpPr>
        <p:spPr/>
        <p:txBody>
          <a:bodyPr/>
          <a:lstStyle/>
          <a:p>
            <a:fld id="{E7FCD975-05F1-476C-A015-BBC9BA6AAA5B}" type="slidenum">
              <a:rPr lang="en-DE" smtClean="0"/>
              <a:t>110</a:t>
            </a:fld>
            <a:endParaRPr lang="en-DE"/>
          </a:p>
        </p:txBody>
      </p:sp>
    </p:spTree>
    <p:extLst>
      <p:ext uri="{BB962C8B-B14F-4D97-AF65-F5344CB8AC3E}">
        <p14:creationId xmlns:p14="http://schemas.microsoft.com/office/powerpoint/2010/main" val="2895217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0930F-6278-D169-01F5-EF3B3B97E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1C12C-5F87-92D4-F22E-7CD35F598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C285D-1A38-359E-FA5A-51D89EC10093}"/>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A06E1011-FEA8-4B57-E13B-24D37DFFE243}"/>
              </a:ext>
            </a:extLst>
          </p:cNvPr>
          <p:cNvSpPr>
            <a:spLocks noGrp="1"/>
          </p:cNvSpPr>
          <p:nvPr>
            <p:ph type="sldNum" sz="quarter" idx="5"/>
          </p:nvPr>
        </p:nvSpPr>
        <p:spPr/>
        <p:txBody>
          <a:bodyPr/>
          <a:lstStyle/>
          <a:p>
            <a:fld id="{E7FCD975-05F1-476C-A015-BBC9BA6AAA5B}" type="slidenum">
              <a:rPr lang="en-DE" smtClean="0"/>
              <a:t>111</a:t>
            </a:fld>
            <a:endParaRPr lang="en-DE"/>
          </a:p>
        </p:txBody>
      </p:sp>
    </p:spTree>
    <p:extLst>
      <p:ext uri="{BB962C8B-B14F-4D97-AF65-F5344CB8AC3E}">
        <p14:creationId xmlns:p14="http://schemas.microsoft.com/office/powerpoint/2010/main" val="29540938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EF081-1D56-ED69-69EB-786EE25A1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A89D5-2C8F-8715-5307-364175ED6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274317-0DAC-728E-CC43-9452B3CC5E18}"/>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0F4E6197-30B9-D109-D204-0F2A239BA209}"/>
              </a:ext>
            </a:extLst>
          </p:cNvPr>
          <p:cNvSpPr>
            <a:spLocks noGrp="1"/>
          </p:cNvSpPr>
          <p:nvPr>
            <p:ph type="sldNum" sz="quarter" idx="5"/>
          </p:nvPr>
        </p:nvSpPr>
        <p:spPr/>
        <p:txBody>
          <a:bodyPr/>
          <a:lstStyle/>
          <a:p>
            <a:fld id="{E7FCD975-05F1-476C-A015-BBC9BA6AAA5B}" type="slidenum">
              <a:rPr lang="en-DE" smtClean="0"/>
              <a:t>112</a:t>
            </a:fld>
            <a:endParaRPr lang="en-DE"/>
          </a:p>
        </p:txBody>
      </p:sp>
    </p:spTree>
    <p:extLst>
      <p:ext uri="{BB962C8B-B14F-4D97-AF65-F5344CB8AC3E}">
        <p14:creationId xmlns:p14="http://schemas.microsoft.com/office/powerpoint/2010/main" val="34289980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E378F-9390-EAB1-2545-38025AC90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22B4E-0D8B-D82A-87B9-6D94E2329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BFE8C-B28D-6983-FB4C-55CE8AD86D71}"/>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6801CA7A-A11D-7E7E-ABDD-54FDEBAA3563}"/>
              </a:ext>
            </a:extLst>
          </p:cNvPr>
          <p:cNvSpPr>
            <a:spLocks noGrp="1"/>
          </p:cNvSpPr>
          <p:nvPr>
            <p:ph type="sldNum" sz="quarter" idx="5"/>
          </p:nvPr>
        </p:nvSpPr>
        <p:spPr/>
        <p:txBody>
          <a:bodyPr/>
          <a:lstStyle/>
          <a:p>
            <a:fld id="{E7FCD975-05F1-476C-A015-BBC9BA6AAA5B}" type="slidenum">
              <a:rPr lang="en-DE" smtClean="0"/>
              <a:t>113</a:t>
            </a:fld>
            <a:endParaRPr lang="en-DE"/>
          </a:p>
        </p:txBody>
      </p:sp>
    </p:spTree>
    <p:extLst>
      <p:ext uri="{BB962C8B-B14F-4D97-AF65-F5344CB8AC3E}">
        <p14:creationId xmlns:p14="http://schemas.microsoft.com/office/powerpoint/2010/main" val="230972227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F0BE2-1467-BAC0-EDBF-176A8F7C7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67AC6-1514-158A-CFB3-DE1A994B9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416519-39C5-5427-AD78-41C3BF805AFC}"/>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87A715F4-D797-E501-4C57-50C23738638E}"/>
              </a:ext>
            </a:extLst>
          </p:cNvPr>
          <p:cNvSpPr>
            <a:spLocks noGrp="1"/>
          </p:cNvSpPr>
          <p:nvPr>
            <p:ph type="sldNum" sz="quarter" idx="5"/>
          </p:nvPr>
        </p:nvSpPr>
        <p:spPr/>
        <p:txBody>
          <a:bodyPr/>
          <a:lstStyle/>
          <a:p>
            <a:fld id="{E7FCD975-05F1-476C-A015-BBC9BA6AAA5B}" type="slidenum">
              <a:rPr lang="en-DE" smtClean="0"/>
              <a:t>114</a:t>
            </a:fld>
            <a:endParaRPr lang="en-DE"/>
          </a:p>
        </p:txBody>
      </p:sp>
    </p:spTree>
    <p:extLst>
      <p:ext uri="{BB962C8B-B14F-4D97-AF65-F5344CB8AC3E}">
        <p14:creationId xmlns:p14="http://schemas.microsoft.com/office/powerpoint/2010/main" val="99528118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C69A6-E1AF-6B7B-C60B-3301877E9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3FF77-B434-A24B-CF2D-DCFF73A3E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B9FE5-C2C2-F1FA-3BDD-4B9BCC3F5DC3}"/>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834702EA-3BB7-6EDF-CA92-4B8835E9093A}"/>
              </a:ext>
            </a:extLst>
          </p:cNvPr>
          <p:cNvSpPr>
            <a:spLocks noGrp="1"/>
          </p:cNvSpPr>
          <p:nvPr>
            <p:ph type="sldNum" sz="quarter" idx="5"/>
          </p:nvPr>
        </p:nvSpPr>
        <p:spPr/>
        <p:txBody>
          <a:bodyPr/>
          <a:lstStyle/>
          <a:p>
            <a:fld id="{E7FCD975-05F1-476C-A015-BBC9BA6AAA5B}" type="slidenum">
              <a:rPr lang="en-DE" smtClean="0"/>
              <a:t>115</a:t>
            </a:fld>
            <a:endParaRPr lang="en-DE"/>
          </a:p>
        </p:txBody>
      </p:sp>
    </p:spTree>
    <p:extLst>
      <p:ext uri="{BB962C8B-B14F-4D97-AF65-F5344CB8AC3E}">
        <p14:creationId xmlns:p14="http://schemas.microsoft.com/office/powerpoint/2010/main" val="84329734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51743-CB30-119E-3B0E-356072DC2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FEA67-E52E-FAFA-9A8D-9E53C4EA83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159A5-905A-A7B7-A121-DE64F6FA36F5}"/>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13D76D11-1882-4AA9-0BB5-270852342EE1}"/>
              </a:ext>
            </a:extLst>
          </p:cNvPr>
          <p:cNvSpPr>
            <a:spLocks noGrp="1"/>
          </p:cNvSpPr>
          <p:nvPr>
            <p:ph type="sldNum" sz="quarter" idx="5"/>
          </p:nvPr>
        </p:nvSpPr>
        <p:spPr/>
        <p:txBody>
          <a:bodyPr/>
          <a:lstStyle/>
          <a:p>
            <a:fld id="{E7FCD975-05F1-476C-A015-BBC9BA6AAA5B}" type="slidenum">
              <a:rPr lang="en-DE" smtClean="0"/>
              <a:t>116</a:t>
            </a:fld>
            <a:endParaRPr lang="en-DE"/>
          </a:p>
        </p:txBody>
      </p:sp>
    </p:spTree>
    <p:extLst>
      <p:ext uri="{BB962C8B-B14F-4D97-AF65-F5344CB8AC3E}">
        <p14:creationId xmlns:p14="http://schemas.microsoft.com/office/powerpoint/2010/main" val="318533034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15EC6-1FD1-BFCD-D4C8-D812B3104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07F76-7EA2-3194-9A4B-DED178D45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B76DD-92FE-30C4-156C-C79C0FB3BD20}"/>
              </a:ext>
            </a:extLst>
          </p:cNvPr>
          <p:cNvSpPr>
            <a:spLocks noGrp="1"/>
          </p:cNvSpPr>
          <p:nvPr>
            <p:ph type="body" idx="1"/>
          </p:nvPr>
        </p:nvSpPr>
        <p:spPr/>
        <p:txBody>
          <a:bodyPr/>
          <a:lstStyle/>
          <a:p>
            <a:r>
              <a:rPr lang="de-DE" dirty="0"/>
              <a:t>Now short demo</a:t>
            </a:r>
            <a:endParaRPr lang="en-DE" dirty="0"/>
          </a:p>
        </p:txBody>
      </p:sp>
      <p:sp>
        <p:nvSpPr>
          <p:cNvPr id="4" name="Slide Number Placeholder 3">
            <a:extLst>
              <a:ext uri="{FF2B5EF4-FFF2-40B4-BE49-F238E27FC236}">
                <a16:creationId xmlns:a16="http://schemas.microsoft.com/office/drawing/2014/main" id="{CC652B58-5675-246B-8F8D-C9AB596B88EC}"/>
              </a:ext>
            </a:extLst>
          </p:cNvPr>
          <p:cNvSpPr>
            <a:spLocks noGrp="1"/>
          </p:cNvSpPr>
          <p:nvPr>
            <p:ph type="sldNum" sz="quarter" idx="5"/>
          </p:nvPr>
        </p:nvSpPr>
        <p:spPr/>
        <p:txBody>
          <a:bodyPr/>
          <a:lstStyle/>
          <a:p>
            <a:fld id="{E7FCD975-05F1-476C-A015-BBC9BA6AAA5B}" type="slidenum">
              <a:rPr lang="en-DE" smtClean="0"/>
              <a:t>117</a:t>
            </a:fld>
            <a:endParaRPr lang="en-DE"/>
          </a:p>
        </p:txBody>
      </p:sp>
    </p:spTree>
    <p:extLst>
      <p:ext uri="{BB962C8B-B14F-4D97-AF65-F5344CB8AC3E}">
        <p14:creationId xmlns:p14="http://schemas.microsoft.com/office/powerpoint/2010/main" val="185301669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7B9F6-D994-F46F-D122-BDD9F1E93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BDC58-A88E-60A8-348D-8475BF04C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B1EBB6-9D25-D676-DFBB-E58189D7286E}"/>
              </a:ext>
            </a:extLst>
          </p:cNvPr>
          <p:cNvSpPr>
            <a:spLocks noGrp="1"/>
          </p:cNvSpPr>
          <p:nvPr>
            <p:ph type="body" idx="1"/>
          </p:nvPr>
        </p:nvSpPr>
        <p:spPr/>
        <p:txBody>
          <a:bodyPr/>
          <a:lstStyle/>
          <a:p>
            <a:pPr marL="0" indent="0">
              <a:buNone/>
            </a:pPr>
            <a:endParaRPr lang="en-GB" dirty="0"/>
          </a:p>
        </p:txBody>
      </p:sp>
      <p:sp>
        <p:nvSpPr>
          <p:cNvPr id="4" name="Slide Number Placeholder 3">
            <a:extLst>
              <a:ext uri="{FF2B5EF4-FFF2-40B4-BE49-F238E27FC236}">
                <a16:creationId xmlns:a16="http://schemas.microsoft.com/office/drawing/2014/main" id="{58ACCC42-7AD3-D346-26D8-A4038D250781}"/>
              </a:ext>
            </a:extLst>
          </p:cNvPr>
          <p:cNvSpPr>
            <a:spLocks noGrp="1"/>
          </p:cNvSpPr>
          <p:nvPr>
            <p:ph type="sldNum" sz="quarter" idx="5"/>
          </p:nvPr>
        </p:nvSpPr>
        <p:spPr/>
        <p:txBody>
          <a:bodyPr/>
          <a:lstStyle/>
          <a:p>
            <a:fld id="{E7FCD975-05F1-476C-A015-BBC9BA6AAA5B}" type="slidenum">
              <a:rPr lang="en-DE" smtClean="0"/>
              <a:t>118</a:t>
            </a:fld>
            <a:endParaRPr lang="en-DE"/>
          </a:p>
        </p:txBody>
      </p:sp>
    </p:spTree>
    <p:extLst>
      <p:ext uri="{BB962C8B-B14F-4D97-AF65-F5344CB8AC3E}">
        <p14:creationId xmlns:p14="http://schemas.microsoft.com/office/powerpoint/2010/main" val="36500275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68537-3580-511C-2430-C15F8EC70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62371-74ED-26CC-8D19-42AD09B581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E6A5E-BFEA-6514-94BC-C6BE1CDBD898}"/>
              </a:ext>
            </a:extLst>
          </p:cNvPr>
          <p:cNvSpPr>
            <a:spLocks noGrp="1"/>
          </p:cNvSpPr>
          <p:nvPr>
            <p:ph type="body" idx="1"/>
          </p:nvPr>
        </p:nvSpPr>
        <p:spPr/>
        <p:txBody>
          <a:bodyPr/>
          <a:lstStyle/>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1B142A06-7F78-9841-6403-1C6B36220676}"/>
              </a:ext>
            </a:extLst>
          </p:cNvPr>
          <p:cNvSpPr>
            <a:spLocks noGrp="1"/>
          </p:cNvSpPr>
          <p:nvPr>
            <p:ph type="sldNum" sz="quarter" idx="5"/>
          </p:nvPr>
        </p:nvSpPr>
        <p:spPr/>
        <p:txBody>
          <a:bodyPr/>
          <a:lstStyle/>
          <a:p>
            <a:fld id="{E7FCD975-05F1-476C-A015-BBC9BA6AAA5B}" type="slidenum">
              <a:rPr lang="en-DE" smtClean="0"/>
              <a:t>119</a:t>
            </a:fld>
            <a:endParaRPr lang="en-DE"/>
          </a:p>
        </p:txBody>
      </p:sp>
    </p:spTree>
    <p:extLst>
      <p:ext uri="{BB962C8B-B14F-4D97-AF65-F5344CB8AC3E}">
        <p14:creationId xmlns:p14="http://schemas.microsoft.com/office/powerpoint/2010/main" val="423610611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E7FCD975-05F1-476C-A015-BBC9BA6AAA5B}" type="slidenum">
              <a:rPr lang="en-DE" smtClean="0"/>
              <a:t>123</a:t>
            </a:fld>
            <a:endParaRPr lang="en-DE"/>
          </a:p>
        </p:txBody>
      </p:sp>
    </p:spTree>
    <p:extLst>
      <p:ext uri="{BB962C8B-B14F-4D97-AF65-F5344CB8AC3E}">
        <p14:creationId xmlns:p14="http://schemas.microsoft.com/office/powerpoint/2010/main" val="31101596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FE9D3-ACD1-0E23-7ACC-F4B05E9FE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05310-5595-B985-2D5B-E5BCF51A7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27AE6-8DB5-81F7-9D70-E0FAFDC8ECC2}"/>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43193FA9-2A08-4F28-1E95-029011EACDE2}"/>
              </a:ext>
            </a:extLst>
          </p:cNvPr>
          <p:cNvSpPr>
            <a:spLocks noGrp="1"/>
          </p:cNvSpPr>
          <p:nvPr>
            <p:ph type="sldNum" sz="quarter" idx="5"/>
          </p:nvPr>
        </p:nvSpPr>
        <p:spPr/>
        <p:txBody>
          <a:bodyPr/>
          <a:lstStyle/>
          <a:p>
            <a:fld id="{E7FCD975-05F1-476C-A015-BBC9BA6AAA5B}" type="slidenum">
              <a:rPr lang="en-DE" smtClean="0"/>
              <a:t>124</a:t>
            </a:fld>
            <a:endParaRPr lang="en-DE"/>
          </a:p>
        </p:txBody>
      </p:sp>
    </p:spTree>
    <p:extLst>
      <p:ext uri="{BB962C8B-B14F-4D97-AF65-F5344CB8AC3E}">
        <p14:creationId xmlns:p14="http://schemas.microsoft.com/office/powerpoint/2010/main" val="4137405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75ADC-EB66-1296-F287-2DAB6427A8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C2FC1C7C-C2C9-B784-A6A6-D1F985F4D9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3422CD0A-6D71-15B6-C7D2-474EFBD8E3A1}"/>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5" name="Footer Placeholder 4">
            <a:extLst>
              <a:ext uri="{FF2B5EF4-FFF2-40B4-BE49-F238E27FC236}">
                <a16:creationId xmlns:a16="http://schemas.microsoft.com/office/drawing/2014/main" id="{DABC5A50-AEE9-C2C4-B2FA-9633A0FDE42F}"/>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4FD744D5-5E8E-B089-0BAE-AA5332914FF2}"/>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367954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AFE17-468E-5803-AC59-CF91225FC488}"/>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09AD585E-4E12-D7C4-047B-819408F672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4EE39153-9176-A58F-4D60-9DC69F8E7901}"/>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5" name="Footer Placeholder 4">
            <a:extLst>
              <a:ext uri="{FF2B5EF4-FFF2-40B4-BE49-F238E27FC236}">
                <a16:creationId xmlns:a16="http://schemas.microsoft.com/office/drawing/2014/main" id="{375A867F-2E2E-B0D4-B6E7-B587C1C11E0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AFC24A1E-82CC-F9A4-6387-46C9E43E6336}"/>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3875178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E8DAA-747E-C0AA-3DB2-D68EBC4DDA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AAC0A13A-66B0-34F4-0529-64C136E2B0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927D05-38E5-9DD6-FD6A-A598359676E4}"/>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5" name="Footer Placeholder 4">
            <a:extLst>
              <a:ext uri="{FF2B5EF4-FFF2-40B4-BE49-F238E27FC236}">
                <a16:creationId xmlns:a16="http://schemas.microsoft.com/office/drawing/2014/main" id="{4BA2B1AF-6D40-D185-94F7-9971C8508BA9}"/>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5FBFC0C4-8525-A909-8863-719BA194E499}"/>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3988951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48833-4524-02A4-20F4-4C30D11D9ED3}"/>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13DD428C-97DA-D7EF-F810-E2EDB98F50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E6B63909-2B1D-3A79-4A90-EA7004C9A7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73922F03-0039-58D6-BAF9-FA10360EE841}"/>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6" name="Footer Placeholder 5">
            <a:extLst>
              <a:ext uri="{FF2B5EF4-FFF2-40B4-BE49-F238E27FC236}">
                <a16:creationId xmlns:a16="http://schemas.microsoft.com/office/drawing/2014/main" id="{67D46664-67A5-9B8F-CED3-5323B3A6369A}"/>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B8F26485-5128-FA56-4B61-9C4E85E11B1B}"/>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60212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B63AA-67CF-2080-2C00-4CC9EDD586DE}"/>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312EC766-AF7F-95A6-A508-A6C052769F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973135-89D3-E1E2-306E-17F1DCF08D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A60F8AA6-E1CC-1A11-0ECD-00650E5F36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B5BDF8-ECF6-AC92-1B84-0EFC031F4E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6DD5C667-375B-B60B-412C-AF2840032BE7}"/>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8" name="Footer Placeholder 7">
            <a:extLst>
              <a:ext uri="{FF2B5EF4-FFF2-40B4-BE49-F238E27FC236}">
                <a16:creationId xmlns:a16="http://schemas.microsoft.com/office/drawing/2014/main" id="{BCA58145-0C41-2547-B707-F53C457D6455}"/>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CE1715C3-EAF0-6503-BE4D-39995F11AA01}"/>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672850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CB940-0CD8-0D8D-8DE0-8C551FC562E8}"/>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A11AD2D4-B8D0-BADB-A157-1692AEAB55D5}"/>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4" name="Footer Placeholder 3">
            <a:extLst>
              <a:ext uri="{FF2B5EF4-FFF2-40B4-BE49-F238E27FC236}">
                <a16:creationId xmlns:a16="http://schemas.microsoft.com/office/drawing/2014/main" id="{DC3FD410-710F-33C7-054D-CC77162298F0}"/>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11E9A13A-5014-0C24-F5D4-C0AAD1141A71}"/>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531353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0FEC25-040F-506B-2C07-C2B8DA5CD787}"/>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3" name="Footer Placeholder 2">
            <a:extLst>
              <a:ext uri="{FF2B5EF4-FFF2-40B4-BE49-F238E27FC236}">
                <a16:creationId xmlns:a16="http://schemas.microsoft.com/office/drawing/2014/main" id="{0406C3FC-EA1A-6871-4148-760B6A895B62}"/>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610A1BC3-5376-3392-5536-C0B1E35043EF}"/>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154950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98A8-96D2-95BD-6C02-49E8CCDF72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27F41028-C485-280A-C900-EDCBB8F744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9252ED19-3964-78EB-DBBC-CAF3FBB1B8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8214F1-3F03-0618-9563-7C939AE85073}"/>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6" name="Footer Placeholder 5">
            <a:extLst>
              <a:ext uri="{FF2B5EF4-FFF2-40B4-BE49-F238E27FC236}">
                <a16:creationId xmlns:a16="http://schemas.microsoft.com/office/drawing/2014/main" id="{F618549F-49E7-5E88-EF83-EADDD489B7F0}"/>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60446B12-82D7-95C8-79F8-EDCAE1A0A65F}"/>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2845325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30C82-BB11-CE14-2DF7-D814EF7B0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3636A163-4DBB-BEFB-84A1-596BA4E271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4F80C55B-B433-AB78-A912-075F092F56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D76FF-B2AA-6ECE-3D0C-CD3CBC242E77}"/>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6" name="Footer Placeholder 5">
            <a:extLst>
              <a:ext uri="{FF2B5EF4-FFF2-40B4-BE49-F238E27FC236}">
                <a16:creationId xmlns:a16="http://schemas.microsoft.com/office/drawing/2014/main" id="{A2262BF0-FCCB-13E4-C722-93DDBCE4F948}"/>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AF7105D0-A949-4E63-C93E-E76DAC56EAED}"/>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177320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24E16-6A95-B9B2-897D-C4E770959B85}"/>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674CEE67-6297-E2BB-7E94-F5BD82A92D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2241129A-9748-F64A-58A0-5A2AAE0A5DF6}"/>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5" name="Footer Placeholder 4">
            <a:extLst>
              <a:ext uri="{FF2B5EF4-FFF2-40B4-BE49-F238E27FC236}">
                <a16:creationId xmlns:a16="http://schemas.microsoft.com/office/drawing/2014/main" id="{2F874FA6-4B00-8A2E-DE96-9E2F3C53340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9DD280C-CD61-5CF4-683C-D0F18CFDEF31}"/>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798544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355377-4CAF-D4A7-4F84-E010DD832A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8402D040-658B-2314-F81C-9E19C67DA2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D16AC5AC-02F3-DF51-D1F3-5FC26BE13F7C}"/>
              </a:ext>
            </a:extLst>
          </p:cNvPr>
          <p:cNvSpPr>
            <a:spLocks noGrp="1"/>
          </p:cNvSpPr>
          <p:nvPr>
            <p:ph type="dt" sz="half" idx="10"/>
          </p:nvPr>
        </p:nvSpPr>
        <p:spPr/>
        <p:txBody>
          <a:bodyPr/>
          <a:lstStyle/>
          <a:p>
            <a:fld id="{2D61E4FC-AE5D-4996-93DE-367F2906DB2D}" type="datetimeFigureOut">
              <a:rPr lang="en-DE" smtClean="0"/>
              <a:t>28/01/2026</a:t>
            </a:fld>
            <a:endParaRPr lang="en-DE"/>
          </a:p>
        </p:txBody>
      </p:sp>
      <p:sp>
        <p:nvSpPr>
          <p:cNvPr id="5" name="Footer Placeholder 4">
            <a:extLst>
              <a:ext uri="{FF2B5EF4-FFF2-40B4-BE49-F238E27FC236}">
                <a16:creationId xmlns:a16="http://schemas.microsoft.com/office/drawing/2014/main" id="{83D58A51-94EC-3F15-2066-9DF117A1A1A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A19AB86-5C68-E5B5-5A2D-2124A3CE29CE}"/>
              </a:ext>
            </a:extLst>
          </p:cNvPr>
          <p:cNvSpPr>
            <a:spLocks noGrp="1"/>
          </p:cNvSpPr>
          <p:nvPr>
            <p:ph type="sldNum" sz="quarter" idx="12"/>
          </p:nvPr>
        </p:nvSpPr>
        <p:spPr/>
        <p:txBody>
          <a:bodyPr/>
          <a:lstStyle/>
          <a:p>
            <a:fld id="{B5CEC3CD-E439-4196-BDB5-5AA788E7930F}" type="slidenum">
              <a:rPr lang="en-DE" smtClean="0"/>
              <a:t>‹#›</a:t>
            </a:fld>
            <a:endParaRPr lang="en-DE"/>
          </a:p>
        </p:txBody>
      </p:sp>
    </p:spTree>
    <p:extLst>
      <p:ext uri="{BB962C8B-B14F-4D97-AF65-F5344CB8AC3E}">
        <p14:creationId xmlns:p14="http://schemas.microsoft.com/office/powerpoint/2010/main" val="1016277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C8B95B-CD42-3E6D-7390-1A0537F5B4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C2D289FC-A11E-7E37-F8E0-EED229CC55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12005156-896A-487A-7CE6-FDAB40FC1E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61E4FC-AE5D-4996-93DE-367F2906DB2D}" type="datetimeFigureOut">
              <a:rPr lang="en-DE" smtClean="0"/>
              <a:t>28/01/2026</a:t>
            </a:fld>
            <a:endParaRPr lang="en-DE"/>
          </a:p>
        </p:txBody>
      </p:sp>
      <p:sp>
        <p:nvSpPr>
          <p:cNvPr id="5" name="Footer Placeholder 4">
            <a:extLst>
              <a:ext uri="{FF2B5EF4-FFF2-40B4-BE49-F238E27FC236}">
                <a16:creationId xmlns:a16="http://schemas.microsoft.com/office/drawing/2014/main" id="{D0E5A118-565A-7082-3C71-57D52BD83A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862630BA-6570-C85F-4980-995DF386CE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CEC3CD-E439-4196-BDB5-5AA788E7930F}" type="slidenum">
              <a:rPr lang="en-DE" smtClean="0"/>
              <a:t>‹#›</a:t>
            </a:fld>
            <a:endParaRPr lang="en-DE"/>
          </a:p>
        </p:txBody>
      </p:sp>
    </p:spTree>
    <p:extLst>
      <p:ext uri="{BB962C8B-B14F-4D97-AF65-F5344CB8AC3E}">
        <p14:creationId xmlns:p14="http://schemas.microsoft.com/office/powerpoint/2010/main" val="59146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mariakna.github.i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os.io/initiatives/registered-report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os.io/initiatives/registered-report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cos.io/initiatives/registered-report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cos.io/initiatives/registered-report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cos.io/initiatives/registered-report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cos.io/initiatives/registered-report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cos.io/initiatives/registered-reports"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cos.io/initiatives/registered-report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cos.io/initiatives/registered-report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cos.io/initiatives/registered-report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cos.io/initiatives/registered-report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cos.io/initiatives/registered-repor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4.svg"/><Relationship Id="rId3" Type="http://schemas.openxmlformats.org/officeDocument/2006/relationships/hyperlink" Target="http://aspredicted.org/" TargetMode="External"/><Relationship Id="rId7" Type="http://schemas.openxmlformats.org/officeDocument/2006/relationships/image" Target="../media/image10.png"/><Relationship Id="rId12"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clinicaltrials.gov/" TargetMode="External"/><Relationship Id="rId11" Type="http://schemas.openxmlformats.org/officeDocument/2006/relationships/image" Target="../media/image14.png"/><Relationship Id="rId5" Type="http://schemas.openxmlformats.org/officeDocument/2006/relationships/hyperlink" Target="https://www.isrctn.com/" TargetMode="External"/><Relationship Id="rId10" Type="http://schemas.openxmlformats.org/officeDocument/2006/relationships/image" Target="../media/image13.png"/><Relationship Id="rId4" Type="http://schemas.openxmlformats.org/officeDocument/2006/relationships/hyperlink" Target="https://osf.io/" TargetMode="External"/><Relationship Id="rId9"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hyperlink" Target="https://www.cos.io/blog/qualitative-preregistratio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hyperlink" Target="https://help.osf.io/article/382-updating-registrations" TargetMode="External"/><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hyperlink" Target="https://www.cos.io/blog/preregistration-plan-not-prison"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www.nature.com/articles/s41562-022-01497-2"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hyperlink" Target="https://www.nature.com/articles/s41562-022-01497-2"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hyperlink" Target="https://www.nature.com/articles/s41562-022-01497-2"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hyperlink" Target="https://www.nature.com/articles/s41562-022-01497-2"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2-01497-2"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cos.io/initiatives/prereg" TargetMode="External"/><Relationship Id="rId7" Type="http://schemas.openxmlformats.org/officeDocument/2006/relationships/image" Target="../media/image4.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sv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hyperlink" Target="https://www.cos.io/initiatives/registered-reports"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sv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hyperlink" Target="https://www.cos.io/initiatives/registered-reports"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sv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hyperlink" Target="https://www.cos.io/initiatives/registered-reports"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sv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hyperlink" Target="https://www.cos.io/initiatives/registered-reports"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sv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hyperlink" Target="https://www.cos.io/initiatives/registered-reports"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sv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hyperlink" Target="https://www.cos.io/initiatives/registered-reports"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sv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hyperlink" Target="https://www.cos.io/initiatives/registered-reports"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4.sv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hyperlink" Target="https://www.cos.io/initiatives/registered-reports"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93-7"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93-7"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93-7"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93-7"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42-4"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42-4"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42-4"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42-4"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42-4"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42-4" TargetMode="Externa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nature.com/articles/s41562-021-01142-4"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hyperlink" Target="https://www.cos.io/initiatives/registered-reports"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6.svg"/></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6.svg"/></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6.sv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6.svg"/></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6.sv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hyperlink" Target="https://phdcomics.com/comics/archive.php?comicid=1531" TargetMode="External"/><Relationship Id="rId5" Type="http://schemas.openxmlformats.org/officeDocument/2006/relationships/image" Target="../media/image22.gif"/><Relationship Id="rId4" Type="http://schemas.openxmlformats.org/officeDocument/2006/relationships/image" Target="../media/image4.svg"/></Relationships>
</file>

<file path=ppt/slides/_rels/slide68.xml.rels><?xml version="1.0" encoding="UTF-8" standalone="yes"?>
<Relationships xmlns="http://schemas.openxmlformats.org/package/2006/relationships"><Relationship Id="rId3" Type="http://schemas.openxmlformats.org/officeDocument/2006/relationships/hyperlink" Target="https://medium.com/@irohulk77/version-control-system-cdc05c0ee261"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3.png"/></Relationships>
</file>

<file path=ppt/slides/_rels/slide69.xml.rels><?xml version="1.0" encoding="UTF-8" standalone="yes"?>
<Relationships xmlns="http://schemas.openxmlformats.org/package/2006/relationships"><Relationship Id="rId3" Type="http://schemas.openxmlformats.org/officeDocument/2006/relationships/hyperlink" Target="https://medium.com/@irohulk77/version-control-system-cdc05c0ee261"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3.png"/></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medium.com/@irohulk77/version-control-system-cdc05c0ee261"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medium.com/@irohulk77/version-control-system-cdc05c0ee261" TargetMode="Externa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medium.com/@irohulk77/version-control-system-cdc05c0ee261"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medium.com/@irohulk77/version-control-system-cdc05c0ee261"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medium.com/@irohulk77/version-control-system-cdc05c0ee261"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medium.com/@irohulk77/version-control-system-cdc05c0ee261"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3.png"/></Relationships>
</file>

<file path=ppt/slides/_rels/slide7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6.sv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4.png"/><Relationship Id="rId4" Type="http://schemas.openxmlformats.org/officeDocument/2006/relationships/hyperlink" Target="https://medium.com/@irohulk77/version-control-system-cdc05c0ee261" TargetMode="External"/></Relationships>
</file>

<file path=ppt/slides/_rels/slide77.xml.rels><?xml version="1.0" encoding="UTF-8" standalone="yes"?>
<Relationships xmlns="http://schemas.openxmlformats.org/package/2006/relationships"><Relationship Id="rId3" Type="http://schemas.openxmlformats.org/officeDocument/2006/relationships/hyperlink" Target="https://github.com/" TargetMode="External"/><Relationship Id="rId7" Type="http://schemas.openxmlformats.org/officeDocument/2006/relationships/image" Target="../media/image6.svg"/><Relationship Id="rId2" Type="http://schemas.openxmlformats.org/officeDocument/2006/relationships/hyperlink" Target="https://carpentries.github.io/workshop-template/install_instructions/#git"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github.com/UtrechtUniversity/simple-python-template/" TargetMode="External"/><Relationship Id="rId4" Type="http://schemas.openxmlformats.org/officeDocument/2006/relationships/hyperlink" Target="https://github.com/UtrechtUniversity/simple-r-project"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8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4.xml.rels><?xml version="1.0" encoding="UTF-8" standalone="yes"?>
<Relationships xmlns="http://schemas.openxmlformats.org/package/2006/relationships"><Relationship Id="rId3" Type="http://schemas.openxmlformats.org/officeDocument/2006/relationships/hyperlink" Target="https://peps.python.org/pep-0008/" TargetMode="External"/><Relationship Id="rId2" Type="http://schemas.openxmlformats.org/officeDocument/2006/relationships/hyperlink" Target="https://style.tidyverse.org/" TargetMode="Externa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cartoontester.blogspot.com/2011/01/no-user-would-ever-do-that.html" TargetMode="External"/><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cran.r-project.org/web/packages/docstring/vignettes/docstring_intro.html"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github.com/tidyverse/dplyr"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24.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hyperlink" Target="https://github.com/mariakna/SEDarc2026_Making_Your_Research_Transparent_and_Reproducible.git"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hyperlink" Target="https://mariakna.github.io/" TargetMode="Externa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C52C-02B7-FF58-DBFA-D146D095E8F7}"/>
              </a:ext>
            </a:extLst>
          </p:cNvPr>
          <p:cNvSpPr>
            <a:spLocks noGrp="1"/>
          </p:cNvSpPr>
          <p:nvPr>
            <p:ph type="ctrTitle"/>
          </p:nvPr>
        </p:nvSpPr>
        <p:spPr/>
        <p:txBody>
          <a:bodyPr>
            <a:normAutofit fontScale="90000"/>
          </a:bodyPr>
          <a:lstStyle/>
          <a:p>
            <a:r>
              <a:rPr lang="en-GB" dirty="0">
                <a:latin typeface="Abadi" panose="020B0604020104020204" pitchFamily="34" charset="0"/>
                <a:ea typeface="Calibri" panose="020F0502020204030204" pitchFamily="34" charset="0"/>
                <a:cs typeface="Calibri" panose="020F0502020204030204" pitchFamily="34" charset="0"/>
              </a:rPr>
              <a:t>Making your research transparent and reproducible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4729AD9D-2A35-C4CE-8478-73D1A22E185B}"/>
              </a:ext>
            </a:extLst>
          </p:cNvPr>
          <p:cNvSpPr>
            <a:spLocks noGrp="1"/>
          </p:cNvSpPr>
          <p:nvPr>
            <p:ph type="subTitle" idx="1"/>
          </p:nvPr>
        </p:nvSpPr>
        <p:spPr>
          <a:xfrm>
            <a:off x="1524000" y="4076700"/>
            <a:ext cx="9144000" cy="1181100"/>
          </a:xfrm>
        </p:spPr>
        <p:txBody>
          <a:bodyPr/>
          <a:lstStyle/>
          <a:p>
            <a:r>
              <a:rPr lang="en-GB" dirty="0">
                <a:latin typeface="Abadi" panose="020B0604020104020204" pitchFamily="34" charset="0"/>
                <a:ea typeface="Calibri" panose="020F0502020204030204" pitchFamily="34" charset="0"/>
                <a:cs typeface="Calibri" panose="020F0502020204030204" pitchFamily="34" charset="0"/>
              </a:rPr>
              <a:t>Maria Korochkina, PhD</a:t>
            </a:r>
          </a:p>
          <a:p>
            <a:r>
              <a:rPr lang="en-GB" dirty="0">
                <a:latin typeface="Abadi" panose="020B0604020104020204" pitchFamily="34" charset="0"/>
                <a:ea typeface="Calibri" panose="020F0502020204030204" pitchFamily="34" charset="0"/>
                <a:cs typeface="Calibri" panose="020F0502020204030204" pitchFamily="34" charset="0"/>
                <a:hlinkClick r:id="rId2"/>
              </a:rPr>
              <a:t>https://mariakna.github.io/</a:t>
            </a:r>
            <a:r>
              <a:rPr lang="en-GB"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07993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340A0-5346-4542-E94F-54448B025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78CAC-DE1E-84AB-A1AA-5FE1666D350E}"/>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08FD905-1BDB-1D28-5A03-A4EB5F553D0F}"/>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159ABA35-910D-9556-2243-AEF1CF32A28A}"/>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18DC3693-E70F-6D7A-D6D1-F292CB0FC6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Tree>
    <p:extLst>
      <p:ext uri="{BB962C8B-B14F-4D97-AF65-F5344CB8AC3E}">
        <p14:creationId xmlns:p14="http://schemas.microsoft.com/office/powerpoint/2010/main" val="178861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6F23-CE69-3079-EC77-44CE1B489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5F02A-B7C9-F66E-FE12-AC51E5572379}"/>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6E3C87F2-6A8B-391A-57B5-F1C6222295BD}"/>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863B8D0B-3D4D-C86F-0217-51D7A2C26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0D7DB083-D2A6-C653-7DA9-B0B3241944C1}"/>
              </a:ext>
            </a:extLst>
          </p:cNvPr>
          <p:cNvSpPr/>
          <p:nvPr/>
        </p:nvSpPr>
        <p:spPr>
          <a:xfrm>
            <a:off x="6619800" y="1828637"/>
            <a:ext cx="1179125" cy="69219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TextBox 4">
            <a:extLst>
              <a:ext uri="{FF2B5EF4-FFF2-40B4-BE49-F238E27FC236}">
                <a16:creationId xmlns:a16="http://schemas.microsoft.com/office/drawing/2014/main" id="{E325D65B-A483-CD4C-B22A-F818B9D791AE}"/>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3"/>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98362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63F4D-1FE8-6D11-BB11-96DD41BF3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809B5-A596-939D-65D6-41726B845A5D}"/>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DC6FA51F-553C-0261-C6BA-968D927CE531}"/>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931489B4-747D-9CAA-766A-93BBA663F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5" name="Oval 4">
            <a:extLst>
              <a:ext uri="{FF2B5EF4-FFF2-40B4-BE49-F238E27FC236}">
                <a16:creationId xmlns:a16="http://schemas.microsoft.com/office/drawing/2014/main" id="{AEBDE229-6890-D508-2E56-6B0BDF518C83}"/>
              </a:ext>
            </a:extLst>
          </p:cNvPr>
          <p:cNvSpPr/>
          <p:nvPr/>
        </p:nvSpPr>
        <p:spPr>
          <a:xfrm>
            <a:off x="7566098" y="3429000"/>
            <a:ext cx="1179125" cy="69219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TextBox 5">
            <a:extLst>
              <a:ext uri="{FF2B5EF4-FFF2-40B4-BE49-F238E27FC236}">
                <a16:creationId xmlns:a16="http://schemas.microsoft.com/office/drawing/2014/main" id="{4ADF922F-8A9D-0D21-8E8E-65285334AFA0}"/>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3"/>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805892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2EFF-7D2B-821D-0BF7-8F18C785D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5EA89-AA2F-762A-B48D-3EB63B398963}"/>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2487942-324E-30EC-1551-293EE313D9F1}"/>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96B23E03-5468-7457-EDFE-FC9DE2A11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BF3170CD-AC71-5757-F823-22B650DB139A}"/>
              </a:ext>
            </a:extLst>
          </p:cNvPr>
          <p:cNvSpPr/>
          <p:nvPr/>
        </p:nvSpPr>
        <p:spPr>
          <a:xfrm>
            <a:off x="6641065" y="5108943"/>
            <a:ext cx="1179125" cy="69219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TextBox 4">
            <a:extLst>
              <a:ext uri="{FF2B5EF4-FFF2-40B4-BE49-F238E27FC236}">
                <a16:creationId xmlns:a16="http://schemas.microsoft.com/office/drawing/2014/main" id="{80FA495B-6506-0A33-BB38-BA4CDA821089}"/>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3"/>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726497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9D8BD-4408-E602-113B-231081C67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07191-854D-6A6A-6C01-75BE4F8A6A11}"/>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AFEB8FA-A3C6-6103-1D49-51B7C94448EA}"/>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349C2CA5-8CAA-D867-64F3-6014838845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E834832B-40DE-C8C4-E8B2-D8DBA47891D9}"/>
              </a:ext>
            </a:extLst>
          </p:cNvPr>
          <p:cNvSpPr/>
          <p:nvPr/>
        </p:nvSpPr>
        <p:spPr>
          <a:xfrm>
            <a:off x="4727205" y="5081407"/>
            <a:ext cx="1179125" cy="69219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TextBox 4">
            <a:extLst>
              <a:ext uri="{FF2B5EF4-FFF2-40B4-BE49-F238E27FC236}">
                <a16:creationId xmlns:a16="http://schemas.microsoft.com/office/drawing/2014/main" id="{A32D8C91-DA7C-7911-8A1B-B16D7952A3FD}"/>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3"/>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427800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78FE8-F200-B937-8922-000D21205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B8EFA-82E7-48D5-1C14-104BCF9C6F6D}"/>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2825B3F6-E567-5781-9653-ACEC5631D0B6}"/>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6208D861-9481-3961-32F0-A801B2F6E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6F60C00D-5376-AB77-7475-60EAC9814A4C}"/>
              </a:ext>
            </a:extLst>
          </p:cNvPr>
          <p:cNvSpPr/>
          <p:nvPr/>
        </p:nvSpPr>
        <p:spPr>
          <a:xfrm>
            <a:off x="3749010" y="3429000"/>
            <a:ext cx="1179125" cy="69219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TextBox 4">
            <a:extLst>
              <a:ext uri="{FF2B5EF4-FFF2-40B4-BE49-F238E27FC236}">
                <a16:creationId xmlns:a16="http://schemas.microsoft.com/office/drawing/2014/main" id="{0D79C0AB-59BA-1710-3D01-DA16D4E51112}"/>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3"/>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55201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E95DD-89A6-1ED3-4AF9-7D7EE31A2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EF673-67B2-35F1-5E11-71554084A617}"/>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FCE2818-919D-3B16-7E70-37C432E50C4A}"/>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93E29CEF-EC5A-1FE3-7BF1-CCCD16DCF4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59B7A0CE-40D8-BA41-F30B-BED2BB400DD9}"/>
              </a:ext>
            </a:extLst>
          </p:cNvPr>
          <p:cNvSpPr/>
          <p:nvPr/>
        </p:nvSpPr>
        <p:spPr>
          <a:xfrm>
            <a:off x="4705941" y="1822135"/>
            <a:ext cx="1179125" cy="69219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TextBox 4">
            <a:extLst>
              <a:ext uri="{FF2B5EF4-FFF2-40B4-BE49-F238E27FC236}">
                <a16:creationId xmlns:a16="http://schemas.microsoft.com/office/drawing/2014/main" id="{02D91C74-0E90-22CD-485A-7194313926DC}"/>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3"/>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296730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09334-0BFD-462B-5603-83AD33847C38}"/>
              </a:ext>
            </a:extLst>
          </p:cNvPr>
          <p:cNvSpPr>
            <a:spLocks noGrp="1"/>
          </p:cNvSpPr>
          <p:nvPr>
            <p:ph type="title"/>
          </p:nvPr>
        </p:nvSpPr>
        <p:spPr/>
        <p:txBody>
          <a:bodyPr/>
          <a:lstStyle/>
          <a:p>
            <a:r>
              <a:rPr lang="en-GB" dirty="0">
                <a:latin typeface="Abadi" panose="020B0604020104020204" pitchFamily="34" charset="0"/>
              </a:rPr>
              <a:t>Short-circuited by questionable practices </a:t>
            </a:r>
            <a:endParaRPr lang="en-DE" dirty="0">
              <a:latin typeface="Abadi" panose="020B0604020104020204" pitchFamily="34" charset="0"/>
              <a:ea typeface="Calibri" panose="020F0502020204030204" pitchFamily="34" charset="0"/>
              <a:cs typeface="Calibri" panose="020F0502020204030204" pitchFamily="34" charset="0"/>
            </a:endParaRPr>
          </a:p>
        </p:txBody>
      </p:sp>
      <p:pic>
        <p:nvPicPr>
          <p:cNvPr id="4" name="Picture 2" descr="Hypothetico-deductive_scientific_method-1.original">
            <a:extLst>
              <a:ext uri="{FF2B5EF4-FFF2-40B4-BE49-F238E27FC236}">
                <a16:creationId xmlns:a16="http://schemas.microsoft.com/office/drawing/2014/main" id="{C570EDBD-C0D5-4B84-D2A2-4A83C1B14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9988" y="1462392"/>
            <a:ext cx="8072023" cy="455236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2D77AB5-CFAB-997A-7B65-0D284B09BB6F}"/>
              </a:ext>
            </a:extLst>
          </p:cNvPr>
          <p:cNvSpPr/>
          <p:nvPr/>
        </p:nvSpPr>
        <p:spPr>
          <a:xfrm>
            <a:off x="7861648" y="1775637"/>
            <a:ext cx="1562986" cy="871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 name="Rectangle 7">
            <a:extLst>
              <a:ext uri="{FF2B5EF4-FFF2-40B4-BE49-F238E27FC236}">
                <a16:creationId xmlns:a16="http://schemas.microsoft.com/office/drawing/2014/main" id="{C1524316-E7D8-5C9C-2AD9-19918BF84B93}"/>
              </a:ext>
            </a:extLst>
          </p:cNvPr>
          <p:cNvSpPr/>
          <p:nvPr/>
        </p:nvSpPr>
        <p:spPr>
          <a:xfrm>
            <a:off x="2309038" y="1690688"/>
            <a:ext cx="2369288" cy="871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Rectangle 8">
            <a:extLst>
              <a:ext uri="{FF2B5EF4-FFF2-40B4-BE49-F238E27FC236}">
                <a16:creationId xmlns:a16="http://schemas.microsoft.com/office/drawing/2014/main" id="{AB056B7E-D3C4-1890-75CB-76CFFACF1A89}"/>
              </a:ext>
            </a:extLst>
          </p:cNvPr>
          <p:cNvSpPr/>
          <p:nvPr/>
        </p:nvSpPr>
        <p:spPr>
          <a:xfrm>
            <a:off x="2796362" y="4754804"/>
            <a:ext cx="1632913" cy="7315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0" name="Rectangle 9">
            <a:extLst>
              <a:ext uri="{FF2B5EF4-FFF2-40B4-BE49-F238E27FC236}">
                <a16:creationId xmlns:a16="http://schemas.microsoft.com/office/drawing/2014/main" id="{DC56AB1B-7187-A4D9-5154-7DDD25ECBC69}"/>
              </a:ext>
            </a:extLst>
          </p:cNvPr>
          <p:cNvSpPr/>
          <p:nvPr/>
        </p:nvSpPr>
        <p:spPr>
          <a:xfrm>
            <a:off x="8137451" y="4754804"/>
            <a:ext cx="1867786" cy="871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Rectangle 10">
            <a:extLst>
              <a:ext uri="{FF2B5EF4-FFF2-40B4-BE49-F238E27FC236}">
                <a16:creationId xmlns:a16="http://schemas.microsoft.com/office/drawing/2014/main" id="{FA0ECB9F-478B-A897-1F3F-32D36691A2FB}"/>
              </a:ext>
            </a:extLst>
          </p:cNvPr>
          <p:cNvSpPr/>
          <p:nvPr/>
        </p:nvSpPr>
        <p:spPr>
          <a:xfrm>
            <a:off x="4678326" y="2998380"/>
            <a:ext cx="2668772"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Rectangle 11">
            <a:extLst>
              <a:ext uri="{FF2B5EF4-FFF2-40B4-BE49-F238E27FC236}">
                <a16:creationId xmlns:a16="http://schemas.microsoft.com/office/drawing/2014/main" id="{E40806FA-1D3E-710F-5DF0-9719A59FBB95}"/>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5" name="TextBox 14">
            <a:extLst>
              <a:ext uri="{FF2B5EF4-FFF2-40B4-BE49-F238E27FC236}">
                <a16:creationId xmlns:a16="http://schemas.microsoft.com/office/drawing/2014/main" id="{C227B041-229C-22F1-9D2E-EB8686963757}"/>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3"/>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801114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70578-9AFC-74CE-1953-9CC0D8904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C2020-1048-A8D7-E8C0-C2CA66C96529}"/>
              </a:ext>
            </a:extLst>
          </p:cNvPr>
          <p:cNvSpPr>
            <a:spLocks noGrp="1"/>
          </p:cNvSpPr>
          <p:nvPr>
            <p:ph type="title"/>
          </p:nvPr>
        </p:nvSpPr>
        <p:spPr/>
        <p:txBody>
          <a:bodyPr/>
          <a:lstStyle/>
          <a:p>
            <a:r>
              <a:rPr lang="en-GB" dirty="0">
                <a:latin typeface="Abadi" panose="020B0604020104020204" pitchFamily="34" charset="0"/>
              </a:rPr>
              <a:t>Short-circuited by questionable practices </a:t>
            </a:r>
            <a:endParaRPr lang="en-DE" dirty="0">
              <a:latin typeface="Abadi" panose="020B0604020104020204" pitchFamily="34" charset="0"/>
              <a:ea typeface="Calibri" panose="020F0502020204030204" pitchFamily="34" charset="0"/>
              <a:cs typeface="Calibri" panose="020F0502020204030204" pitchFamily="34" charset="0"/>
            </a:endParaRPr>
          </a:p>
        </p:txBody>
      </p:sp>
      <p:pic>
        <p:nvPicPr>
          <p:cNvPr id="4" name="Picture 2" descr="Hypothetico-deductive_scientific_method-1.original">
            <a:extLst>
              <a:ext uri="{FF2B5EF4-FFF2-40B4-BE49-F238E27FC236}">
                <a16:creationId xmlns:a16="http://schemas.microsoft.com/office/drawing/2014/main" id="{C1941582-DF39-79D0-FACA-4C633F0ECE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9988" y="1462392"/>
            <a:ext cx="8072023" cy="455236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9E31CE30-800A-DD58-4320-3D56B7970500}"/>
              </a:ext>
            </a:extLst>
          </p:cNvPr>
          <p:cNvSpPr/>
          <p:nvPr/>
        </p:nvSpPr>
        <p:spPr>
          <a:xfrm>
            <a:off x="2309038" y="1690688"/>
            <a:ext cx="2369288" cy="871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Rectangle 8">
            <a:extLst>
              <a:ext uri="{FF2B5EF4-FFF2-40B4-BE49-F238E27FC236}">
                <a16:creationId xmlns:a16="http://schemas.microsoft.com/office/drawing/2014/main" id="{DE1A763C-9E7A-027F-8298-BF01E1E89EE6}"/>
              </a:ext>
            </a:extLst>
          </p:cNvPr>
          <p:cNvSpPr/>
          <p:nvPr/>
        </p:nvSpPr>
        <p:spPr>
          <a:xfrm>
            <a:off x="2796362" y="4754804"/>
            <a:ext cx="1632913" cy="7315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0" name="Rectangle 9">
            <a:extLst>
              <a:ext uri="{FF2B5EF4-FFF2-40B4-BE49-F238E27FC236}">
                <a16:creationId xmlns:a16="http://schemas.microsoft.com/office/drawing/2014/main" id="{DFD964AB-1AD3-CE0D-EB76-C60DFC794B22}"/>
              </a:ext>
            </a:extLst>
          </p:cNvPr>
          <p:cNvSpPr/>
          <p:nvPr/>
        </p:nvSpPr>
        <p:spPr>
          <a:xfrm>
            <a:off x="8137451" y="4754804"/>
            <a:ext cx="1867786" cy="871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Rectangle 10">
            <a:extLst>
              <a:ext uri="{FF2B5EF4-FFF2-40B4-BE49-F238E27FC236}">
                <a16:creationId xmlns:a16="http://schemas.microsoft.com/office/drawing/2014/main" id="{8251DE51-66DD-EC67-1ADD-5634C47129C4}"/>
              </a:ext>
            </a:extLst>
          </p:cNvPr>
          <p:cNvSpPr/>
          <p:nvPr/>
        </p:nvSpPr>
        <p:spPr>
          <a:xfrm>
            <a:off x="4678326" y="2998380"/>
            <a:ext cx="2668772"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Rectangle 11">
            <a:extLst>
              <a:ext uri="{FF2B5EF4-FFF2-40B4-BE49-F238E27FC236}">
                <a16:creationId xmlns:a16="http://schemas.microsoft.com/office/drawing/2014/main" id="{6CB4D89F-9B44-4C9D-356D-ED319DA67F6B}"/>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3" name="TextBox 2">
            <a:extLst>
              <a:ext uri="{FF2B5EF4-FFF2-40B4-BE49-F238E27FC236}">
                <a16:creationId xmlns:a16="http://schemas.microsoft.com/office/drawing/2014/main" id="{FF1F5C08-FD96-E90D-9A77-FD847E6AD385}"/>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4"/>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709570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C3678-33C7-895D-053A-0527F9DEB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0D09D-8601-1117-F5EB-04B45BE79A65}"/>
              </a:ext>
            </a:extLst>
          </p:cNvPr>
          <p:cNvSpPr>
            <a:spLocks noGrp="1"/>
          </p:cNvSpPr>
          <p:nvPr>
            <p:ph type="title"/>
          </p:nvPr>
        </p:nvSpPr>
        <p:spPr/>
        <p:txBody>
          <a:bodyPr/>
          <a:lstStyle/>
          <a:p>
            <a:r>
              <a:rPr lang="en-GB" dirty="0">
                <a:latin typeface="Abadi" panose="020B0604020104020204" pitchFamily="34" charset="0"/>
              </a:rPr>
              <a:t>Short-circuited by questionable practices </a:t>
            </a:r>
            <a:endParaRPr lang="en-DE" dirty="0">
              <a:latin typeface="Abadi" panose="020B0604020104020204" pitchFamily="34" charset="0"/>
              <a:ea typeface="Calibri" panose="020F0502020204030204" pitchFamily="34" charset="0"/>
              <a:cs typeface="Calibri" panose="020F0502020204030204" pitchFamily="34" charset="0"/>
            </a:endParaRPr>
          </a:p>
        </p:txBody>
      </p:sp>
      <p:pic>
        <p:nvPicPr>
          <p:cNvPr id="4" name="Picture 2" descr="Hypothetico-deductive_scientific_method-1.original">
            <a:extLst>
              <a:ext uri="{FF2B5EF4-FFF2-40B4-BE49-F238E27FC236}">
                <a16:creationId xmlns:a16="http://schemas.microsoft.com/office/drawing/2014/main" id="{202A47CB-526B-BFA2-BEBD-1359AD64F6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9988" y="1462392"/>
            <a:ext cx="8072023" cy="455236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3B0E2AB9-EEBF-B653-CAC7-541763E2002D}"/>
              </a:ext>
            </a:extLst>
          </p:cNvPr>
          <p:cNvSpPr/>
          <p:nvPr/>
        </p:nvSpPr>
        <p:spPr>
          <a:xfrm>
            <a:off x="2309038" y="1690688"/>
            <a:ext cx="2369288" cy="871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Rectangle 8">
            <a:extLst>
              <a:ext uri="{FF2B5EF4-FFF2-40B4-BE49-F238E27FC236}">
                <a16:creationId xmlns:a16="http://schemas.microsoft.com/office/drawing/2014/main" id="{715C2638-18EB-8D40-4F74-BFFE70294039}"/>
              </a:ext>
            </a:extLst>
          </p:cNvPr>
          <p:cNvSpPr/>
          <p:nvPr/>
        </p:nvSpPr>
        <p:spPr>
          <a:xfrm>
            <a:off x="2796362" y="4754804"/>
            <a:ext cx="1632913" cy="7315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Rectangle 10">
            <a:extLst>
              <a:ext uri="{FF2B5EF4-FFF2-40B4-BE49-F238E27FC236}">
                <a16:creationId xmlns:a16="http://schemas.microsoft.com/office/drawing/2014/main" id="{A1797DB6-67BC-7FA9-403A-99CBF8C35674}"/>
              </a:ext>
            </a:extLst>
          </p:cNvPr>
          <p:cNvSpPr/>
          <p:nvPr/>
        </p:nvSpPr>
        <p:spPr>
          <a:xfrm>
            <a:off x="4678326" y="2998380"/>
            <a:ext cx="2668772"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Rectangle 11">
            <a:extLst>
              <a:ext uri="{FF2B5EF4-FFF2-40B4-BE49-F238E27FC236}">
                <a16:creationId xmlns:a16="http://schemas.microsoft.com/office/drawing/2014/main" id="{C9B79F90-50D7-0B2C-05F1-62A52F6B3554}"/>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3" name="TextBox 2">
            <a:extLst>
              <a:ext uri="{FF2B5EF4-FFF2-40B4-BE49-F238E27FC236}">
                <a16:creationId xmlns:a16="http://schemas.microsoft.com/office/drawing/2014/main" id="{10D67CF1-7C3B-567D-083E-3653537851CC}"/>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4"/>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759572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51A4E-13E2-F784-AEE7-16B98DB33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37625-ABE2-E8B2-399E-CFE92A34CA01}"/>
              </a:ext>
            </a:extLst>
          </p:cNvPr>
          <p:cNvSpPr>
            <a:spLocks noGrp="1"/>
          </p:cNvSpPr>
          <p:nvPr>
            <p:ph type="title"/>
          </p:nvPr>
        </p:nvSpPr>
        <p:spPr/>
        <p:txBody>
          <a:bodyPr/>
          <a:lstStyle/>
          <a:p>
            <a:r>
              <a:rPr lang="en-GB" dirty="0">
                <a:latin typeface="Abadi" panose="020B0604020104020204" pitchFamily="34" charset="0"/>
              </a:rPr>
              <a:t>Short-circuited by questionable practices </a:t>
            </a:r>
            <a:endParaRPr lang="en-DE" dirty="0">
              <a:latin typeface="Abadi" panose="020B0604020104020204" pitchFamily="34" charset="0"/>
              <a:ea typeface="Calibri" panose="020F0502020204030204" pitchFamily="34" charset="0"/>
              <a:cs typeface="Calibri" panose="020F0502020204030204" pitchFamily="34" charset="0"/>
            </a:endParaRPr>
          </a:p>
        </p:txBody>
      </p:sp>
      <p:pic>
        <p:nvPicPr>
          <p:cNvPr id="4" name="Picture 2" descr="Hypothetico-deductive_scientific_method-1.original">
            <a:extLst>
              <a:ext uri="{FF2B5EF4-FFF2-40B4-BE49-F238E27FC236}">
                <a16:creationId xmlns:a16="http://schemas.microsoft.com/office/drawing/2014/main" id="{A048E595-A34F-2333-2D7C-38199D858D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9988" y="1462392"/>
            <a:ext cx="8072023" cy="455236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67AE020-FE0A-8E73-7134-AA14A02EDC96}"/>
              </a:ext>
            </a:extLst>
          </p:cNvPr>
          <p:cNvSpPr/>
          <p:nvPr/>
        </p:nvSpPr>
        <p:spPr>
          <a:xfrm>
            <a:off x="2309038" y="1690688"/>
            <a:ext cx="2369288" cy="871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Rectangle 10">
            <a:extLst>
              <a:ext uri="{FF2B5EF4-FFF2-40B4-BE49-F238E27FC236}">
                <a16:creationId xmlns:a16="http://schemas.microsoft.com/office/drawing/2014/main" id="{14434087-D2BE-BEA0-FAE1-340B82417C25}"/>
              </a:ext>
            </a:extLst>
          </p:cNvPr>
          <p:cNvSpPr/>
          <p:nvPr/>
        </p:nvSpPr>
        <p:spPr>
          <a:xfrm>
            <a:off x="4678326" y="2998380"/>
            <a:ext cx="2668772"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Rectangle 11">
            <a:extLst>
              <a:ext uri="{FF2B5EF4-FFF2-40B4-BE49-F238E27FC236}">
                <a16:creationId xmlns:a16="http://schemas.microsoft.com/office/drawing/2014/main" id="{C39D0C9D-ABF4-640A-6F49-B7A730603458}"/>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3" name="TextBox 2">
            <a:extLst>
              <a:ext uri="{FF2B5EF4-FFF2-40B4-BE49-F238E27FC236}">
                <a16:creationId xmlns:a16="http://schemas.microsoft.com/office/drawing/2014/main" id="{10E0362C-C8A3-E7F2-49CD-C40E02878A83}"/>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4"/>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968478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3C64D-FE04-B247-F8FD-95EEFB512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613FB-34C9-7EA2-23DC-91EA757965DD}"/>
              </a:ext>
            </a:extLst>
          </p:cNvPr>
          <p:cNvSpPr>
            <a:spLocks noGrp="1"/>
          </p:cNvSpPr>
          <p:nvPr>
            <p:ph type="title"/>
          </p:nvPr>
        </p:nvSpPr>
        <p:spPr/>
        <p:txBody>
          <a:bodyPr/>
          <a:lstStyle/>
          <a:p>
            <a:r>
              <a:rPr lang="en-GB" dirty="0">
                <a:latin typeface="Abadi" panose="020B0604020104020204" pitchFamily="34" charset="0"/>
              </a:rPr>
              <a:t>Short-circuited by questionable practices </a:t>
            </a:r>
            <a:endParaRPr lang="en-DE" dirty="0">
              <a:latin typeface="Abadi" panose="020B0604020104020204" pitchFamily="34" charset="0"/>
              <a:ea typeface="Calibri" panose="020F0502020204030204" pitchFamily="34" charset="0"/>
              <a:cs typeface="Calibri" panose="020F0502020204030204" pitchFamily="34" charset="0"/>
            </a:endParaRPr>
          </a:p>
        </p:txBody>
      </p:sp>
      <p:pic>
        <p:nvPicPr>
          <p:cNvPr id="4" name="Picture 2" descr="Hypothetico-deductive_scientific_method-1.original">
            <a:extLst>
              <a:ext uri="{FF2B5EF4-FFF2-40B4-BE49-F238E27FC236}">
                <a16:creationId xmlns:a16="http://schemas.microsoft.com/office/drawing/2014/main" id="{3D2B10F2-60FB-8CC2-37D1-1840ED59C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9988" y="1462392"/>
            <a:ext cx="8072023" cy="45523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90D0E37-2BE2-7682-BC1C-7874C9514086}"/>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4"/>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5" name="Rectangle 4">
            <a:extLst>
              <a:ext uri="{FF2B5EF4-FFF2-40B4-BE49-F238E27FC236}">
                <a16:creationId xmlns:a16="http://schemas.microsoft.com/office/drawing/2014/main" id="{25B1FA7A-0EE7-1044-386B-9A64EDE92D4A}"/>
              </a:ext>
            </a:extLst>
          </p:cNvPr>
          <p:cNvSpPr/>
          <p:nvPr/>
        </p:nvSpPr>
        <p:spPr>
          <a:xfrm>
            <a:off x="2309038" y="1690688"/>
            <a:ext cx="2369288" cy="871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2416648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407C7-B0D3-247B-818A-051C230D1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784EB-D755-6B87-EB34-20412E9A2116}"/>
              </a:ext>
            </a:extLst>
          </p:cNvPr>
          <p:cNvSpPr>
            <a:spLocks noGrp="1"/>
          </p:cNvSpPr>
          <p:nvPr>
            <p:ph type="title"/>
          </p:nvPr>
        </p:nvSpPr>
        <p:spPr/>
        <p:txBody>
          <a:bodyPr/>
          <a:lstStyle/>
          <a:p>
            <a:r>
              <a:rPr lang="en-GB" dirty="0">
                <a:latin typeface="Abadi" panose="020B0604020104020204" pitchFamily="34" charset="0"/>
              </a:rPr>
              <a:t>Short-circuited by questionable practices </a:t>
            </a:r>
            <a:endParaRPr lang="en-DE" dirty="0">
              <a:latin typeface="Abadi" panose="020B0604020104020204" pitchFamily="34" charset="0"/>
              <a:ea typeface="Calibri" panose="020F0502020204030204" pitchFamily="34" charset="0"/>
              <a:cs typeface="Calibri" panose="020F0502020204030204" pitchFamily="34" charset="0"/>
            </a:endParaRPr>
          </a:p>
        </p:txBody>
      </p:sp>
      <p:pic>
        <p:nvPicPr>
          <p:cNvPr id="4" name="Picture 2" descr="Hypothetico-deductive_scientific_method-1.original">
            <a:extLst>
              <a:ext uri="{FF2B5EF4-FFF2-40B4-BE49-F238E27FC236}">
                <a16:creationId xmlns:a16="http://schemas.microsoft.com/office/drawing/2014/main" id="{85396C83-2668-CDE4-ACE9-DF443234F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9988" y="1462392"/>
            <a:ext cx="8072023" cy="45523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61EB24F-731F-DD99-8104-C27087B6FF24}"/>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4"/>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61174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616DB5-203F-B3E2-DAF6-4E9621750023}"/>
              </a:ext>
            </a:extLst>
          </p:cNvPr>
          <p:cNvSpPr txBox="1"/>
          <p:nvPr/>
        </p:nvSpPr>
        <p:spPr>
          <a:xfrm>
            <a:off x="691116" y="818705"/>
            <a:ext cx="6411433" cy="1323439"/>
          </a:xfrm>
          <a:prstGeom prst="rect">
            <a:avLst/>
          </a:prstGeom>
          <a:noFill/>
        </p:spPr>
        <p:txBody>
          <a:bodyPr wrap="square" rtlCol="0">
            <a:spAutoFit/>
          </a:bodyPr>
          <a:lstStyle/>
          <a:p>
            <a:pPr algn="ctr"/>
            <a:r>
              <a:rPr lang="en-GB" sz="2000" dirty="0">
                <a:latin typeface="Abadi" panose="020B0604020104020204" pitchFamily="34" charset="0"/>
              </a:rPr>
              <a:t>Research is </a:t>
            </a:r>
            <a:r>
              <a:rPr lang="en-GB" sz="2000" b="1" dirty="0">
                <a:latin typeface="Abadi" panose="020B0604020104020204" pitchFamily="34" charset="0"/>
              </a:rPr>
              <a:t>transparent</a:t>
            </a:r>
            <a:r>
              <a:rPr lang="en-GB" sz="2000" dirty="0">
                <a:latin typeface="Abadi" panose="020B0604020104020204" pitchFamily="34" charset="0"/>
              </a:rPr>
              <a:t> </a:t>
            </a:r>
          </a:p>
          <a:p>
            <a:pPr algn="ctr"/>
            <a:r>
              <a:rPr lang="en-GB" sz="2000" dirty="0">
                <a:latin typeface="Abadi" panose="020B0604020104020204" pitchFamily="34" charset="0"/>
              </a:rPr>
              <a:t>when all stages of the research process — including hypotheses, methods, design, data, analysis, and conclusions — are reported comprehensively and openly.</a:t>
            </a:r>
            <a:endParaRPr lang="en-DE" sz="2000" dirty="0">
              <a:latin typeface="Abadi" panose="020B0604020104020204" pitchFamily="34" charset="0"/>
            </a:endParaRPr>
          </a:p>
        </p:txBody>
      </p:sp>
      <p:sp>
        <p:nvSpPr>
          <p:cNvPr id="3" name="TextBox 2">
            <a:extLst>
              <a:ext uri="{FF2B5EF4-FFF2-40B4-BE49-F238E27FC236}">
                <a16:creationId xmlns:a16="http://schemas.microsoft.com/office/drawing/2014/main" id="{D47AAE66-D8A9-FD23-D529-3EBECC6CD787}"/>
              </a:ext>
            </a:extLst>
          </p:cNvPr>
          <p:cNvSpPr txBox="1"/>
          <p:nvPr/>
        </p:nvSpPr>
        <p:spPr>
          <a:xfrm>
            <a:off x="6096000" y="2684720"/>
            <a:ext cx="5440325" cy="1323439"/>
          </a:xfrm>
          <a:prstGeom prst="rect">
            <a:avLst/>
          </a:prstGeom>
          <a:noFill/>
        </p:spPr>
        <p:txBody>
          <a:bodyPr wrap="square" rtlCol="0">
            <a:spAutoFit/>
          </a:bodyPr>
          <a:lstStyle/>
          <a:p>
            <a:pPr algn="ctr"/>
            <a:r>
              <a:rPr lang="en-GB" sz="2000" dirty="0">
                <a:latin typeface="Abadi" panose="020B0604020104020204" pitchFamily="34" charset="0"/>
              </a:rPr>
              <a:t>Research is </a:t>
            </a:r>
            <a:r>
              <a:rPr lang="en-GB" sz="2000" b="1" dirty="0">
                <a:latin typeface="Abadi" panose="020B0604020104020204" pitchFamily="34" charset="0"/>
              </a:rPr>
              <a:t>reproducible</a:t>
            </a:r>
            <a:r>
              <a:rPr lang="en-GB" sz="2000" dirty="0">
                <a:latin typeface="Abadi" panose="020B0604020104020204" pitchFamily="34" charset="0"/>
              </a:rPr>
              <a:t> </a:t>
            </a:r>
          </a:p>
          <a:p>
            <a:pPr algn="ctr"/>
            <a:r>
              <a:rPr lang="en-GB" sz="2000" dirty="0">
                <a:latin typeface="Abadi" panose="020B0604020104020204" pitchFamily="34" charset="0"/>
              </a:rPr>
              <a:t>when other researchers perform the same analysis on the same dataset and consistently obtain the same findings.</a:t>
            </a:r>
            <a:endParaRPr lang="en-DE" sz="2000" dirty="0">
              <a:latin typeface="Abadi" panose="020B0604020104020204" pitchFamily="34" charset="0"/>
            </a:endParaRPr>
          </a:p>
        </p:txBody>
      </p:sp>
      <p:sp>
        <p:nvSpPr>
          <p:cNvPr id="4" name="TextBox 3">
            <a:extLst>
              <a:ext uri="{FF2B5EF4-FFF2-40B4-BE49-F238E27FC236}">
                <a16:creationId xmlns:a16="http://schemas.microsoft.com/office/drawing/2014/main" id="{5ADA8453-F56D-7D15-4C36-DE1E9EBE2F12}"/>
              </a:ext>
            </a:extLst>
          </p:cNvPr>
          <p:cNvSpPr txBox="1"/>
          <p:nvPr/>
        </p:nvSpPr>
        <p:spPr>
          <a:xfrm>
            <a:off x="1465521" y="4550735"/>
            <a:ext cx="9260958" cy="1200329"/>
          </a:xfrm>
          <a:prstGeom prst="rect">
            <a:avLst/>
          </a:prstGeom>
          <a:noFill/>
        </p:spPr>
        <p:txBody>
          <a:bodyPr wrap="square" rtlCol="0">
            <a:spAutoFit/>
          </a:bodyPr>
          <a:lstStyle/>
          <a:p>
            <a:pPr algn="ctr"/>
            <a:r>
              <a:rPr lang="en-GB" sz="2400" dirty="0">
                <a:latin typeface="Abadi" panose="020B0604020104020204" pitchFamily="34" charset="0"/>
              </a:rPr>
              <a:t>Research </a:t>
            </a:r>
            <a:r>
              <a:rPr lang="en-GB" sz="2400" b="1" dirty="0">
                <a:latin typeface="Abadi" panose="020B0604020104020204" pitchFamily="34" charset="0"/>
              </a:rPr>
              <a:t>must be transparent and reproducible </a:t>
            </a:r>
            <a:r>
              <a:rPr lang="en-GB" sz="2400" dirty="0">
                <a:latin typeface="Abadi" panose="020B0604020104020204" pitchFamily="34" charset="0"/>
              </a:rPr>
              <a:t>to make scientific findings trustworthy and reliable, and to allow science to correct and improve itself over time.</a:t>
            </a:r>
            <a:endParaRPr lang="en-DE" sz="2400" dirty="0">
              <a:latin typeface="Abadi" panose="020B0604020104020204" pitchFamily="34" charset="0"/>
            </a:endParaRPr>
          </a:p>
        </p:txBody>
      </p:sp>
    </p:spTree>
    <p:extLst>
      <p:ext uri="{BB962C8B-B14F-4D97-AF65-F5344CB8AC3E}">
        <p14:creationId xmlns:p14="http://schemas.microsoft.com/office/powerpoint/2010/main" val="250131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FFE12-0B15-8CCD-B125-8E49E7552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AADB6-65E0-7798-6605-913807E7BD1F}"/>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3648190-68D9-F8E5-BB9B-1064FF19939E}"/>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1F8867E9-2637-9718-9A13-66DB11D93E3A}"/>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1B230AF5-CB48-7C6D-1E67-D9C38360E4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Tree>
    <p:extLst>
      <p:ext uri="{BB962C8B-B14F-4D97-AF65-F5344CB8AC3E}">
        <p14:creationId xmlns:p14="http://schemas.microsoft.com/office/powerpoint/2010/main" val="1685142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6C522-E79D-5289-F7F1-E15E9F392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5EE50-CF2A-197F-8AE0-15FDEA87824C}"/>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9BEF352-1EEA-EC10-C980-35554FF0ED37}"/>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F0281485-B61E-F522-88CA-57975A8944CB}"/>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00DA86E4-400C-AB6B-3DB8-E068524B8E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TextBox 2">
            <a:extLst>
              <a:ext uri="{FF2B5EF4-FFF2-40B4-BE49-F238E27FC236}">
                <a16:creationId xmlns:a16="http://schemas.microsoft.com/office/drawing/2014/main" id="{95F61DF6-31CD-B5F4-17FF-BF740417E5C8}"/>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4" name="Oval 3">
            <a:extLst>
              <a:ext uri="{FF2B5EF4-FFF2-40B4-BE49-F238E27FC236}">
                <a16:creationId xmlns:a16="http://schemas.microsoft.com/office/drawing/2014/main" id="{D8A7C302-674D-4083-BA84-90D06EE2AC6C}"/>
              </a:ext>
            </a:extLst>
          </p:cNvPr>
          <p:cNvSpPr/>
          <p:nvPr/>
        </p:nvSpPr>
        <p:spPr>
          <a:xfrm>
            <a:off x="4581246" y="1752860"/>
            <a:ext cx="1179125" cy="69219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307413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64B22-D19E-2A77-45B7-EB02549070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6130D-B991-F277-740A-0F0CFB2D1DA3}"/>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AEC230A-7792-4800-87BC-AB636B962217}"/>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C34EE0A6-DB9A-F715-75BD-6A44622DA0B5}"/>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D0B01E74-FF55-249E-85E0-54BDAF2B12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035B8440-0A75-9F08-A9E2-C59A1E32CF0F}"/>
              </a:ext>
            </a:extLst>
          </p:cNvPr>
          <p:cNvSpPr/>
          <p:nvPr/>
        </p:nvSpPr>
        <p:spPr>
          <a:xfrm>
            <a:off x="6353790" y="1517242"/>
            <a:ext cx="2700000" cy="270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 name="TextBox 3">
            <a:extLst>
              <a:ext uri="{FF2B5EF4-FFF2-40B4-BE49-F238E27FC236}">
                <a16:creationId xmlns:a16="http://schemas.microsoft.com/office/drawing/2014/main" id="{65F4700F-923D-EB10-5339-A28C6A905BEB}"/>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Tree>
    <p:extLst>
      <p:ext uri="{BB962C8B-B14F-4D97-AF65-F5344CB8AC3E}">
        <p14:creationId xmlns:p14="http://schemas.microsoft.com/office/powerpoint/2010/main" val="3555854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12931-5180-2203-6963-526815BCC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C4D3E-659E-8067-7EB8-CCA535B33A60}"/>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8EDF18B-C7AC-C1D3-6DF5-110094F22EFD}"/>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CCA12E2E-F103-B7BB-6AA6-F76A9E4A85BC}"/>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F04EB69E-2CAA-1DFF-8045-1DB7448B0C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C728DBEB-1B4B-89F1-E478-ADFC035DBD80}"/>
              </a:ext>
            </a:extLst>
          </p:cNvPr>
          <p:cNvSpPr/>
          <p:nvPr/>
        </p:nvSpPr>
        <p:spPr>
          <a:xfrm>
            <a:off x="6353790" y="1517242"/>
            <a:ext cx="2700000" cy="270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 name="Graphic 3" descr="Blueprint outline">
            <a:extLst>
              <a:ext uri="{FF2B5EF4-FFF2-40B4-BE49-F238E27FC236}">
                <a16:creationId xmlns:a16="http://schemas.microsoft.com/office/drawing/2014/main" id="{E54B6019-DEF8-0C9A-4F15-086F8BFC01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2204" y="1689145"/>
            <a:ext cx="914400" cy="914400"/>
          </a:xfrm>
          <a:prstGeom prst="rect">
            <a:avLst/>
          </a:prstGeom>
        </p:spPr>
      </p:pic>
      <p:sp>
        <p:nvSpPr>
          <p:cNvPr id="5" name="TextBox 4">
            <a:extLst>
              <a:ext uri="{FF2B5EF4-FFF2-40B4-BE49-F238E27FC236}">
                <a16:creationId xmlns:a16="http://schemas.microsoft.com/office/drawing/2014/main" id="{B6FE84B4-C2E2-79C9-2EC3-3DAF48E38EEA}"/>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7" name="TextBox 6">
            <a:extLst>
              <a:ext uri="{FF2B5EF4-FFF2-40B4-BE49-F238E27FC236}">
                <a16:creationId xmlns:a16="http://schemas.microsoft.com/office/drawing/2014/main" id="{16EF3F04-FE8B-BCF5-77CF-48F8C09A6C4F}"/>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sp>
        <p:nvSpPr>
          <p:cNvPr id="8" name="TextBox 7">
            <a:extLst>
              <a:ext uri="{FF2B5EF4-FFF2-40B4-BE49-F238E27FC236}">
                <a16:creationId xmlns:a16="http://schemas.microsoft.com/office/drawing/2014/main" id="{E72D0496-F2DE-2C09-C60C-D216B7F8A44A}"/>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Tree>
    <p:extLst>
      <p:ext uri="{BB962C8B-B14F-4D97-AF65-F5344CB8AC3E}">
        <p14:creationId xmlns:p14="http://schemas.microsoft.com/office/powerpoint/2010/main" val="3503171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2C3D6-3C19-FDA7-CAFA-04D65BD49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BA482-299F-50AD-A4A7-DA0E6BC73009}"/>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D52B258-1603-09A5-9BF4-F2F9DF63707A}"/>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098516A2-31AD-EA7B-20C0-9850240E053A}"/>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EBC55AFF-CEE7-6020-93B8-E8CBD17DCB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31C18388-2242-BA5F-AA76-8CA01CB91D6A}"/>
              </a:ext>
            </a:extLst>
          </p:cNvPr>
          <p:cNvSpPr/>
          <p:nvPr/>
        </p:nvSpPr>
        <p:spPr>
          <a:xfrm>
            <a:off x="6353790" y="1517242"/>
            <a:ext cx="2700000" cy="270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6" name="Straight Arrow Connector 15">
            <a:extLst>
              <a:ext uri="{FF2B5EF4-FFF2-40B4-BE49-F238E27FC236}">
                <a16:creationId xmlns:a16="http://schemas.microsoft.com/office/drawing/2014/main" id="{3E74273F-F949-27F9-CDB7-6457F0E4883C}"/>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F93EC03-D124-76D8-C499-4D7A262F0152}"/>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FC0139B-19F4-5F56-03F5-50B87CAB2406}"/>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7" name="Graphic 26" descr="Blueprint outline">
            <a:extLst>
              <a:ext uri="{FF2B5EF4-FFF2-40B4-BE49-F238E27FC236}">
                <a16:creationId xmlns:a16="http://schemas.microsoft.com/office/drawing/2014/main" id="{0F268967-56B8-8B57-EBF4-45646DE802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2204" y="1689145"/>
            <a:ext cx="914400" cy="914400"/>
          </a:xfrm>
          <a:prstGeom prst="rect">
            <a:avLst/>
          </a:prstGeom>
        </p:spPr>
      </p:pic>
      <p:sp>
        <p:nvSpPr>
          <p:cNvPr id="28" name="TextBox 27">
            <a:extLst>
              <a:ext uri="{FF2B5EF4-FFF2-40B4-BE49-F238E27FC236}">
                <a16:creationId xmlns:a16="http://schemas.microsoft.com/office/drawing/2014/main" id="{110E93A2-4DED-4C23-F6EE-22FB8507F2F2}"/>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30" name="TextBox 29">
            <a:extLst>
              <a:ext uri="{FF2B5EF4-FFF2-40B4-BE49-F238E27FC236}">
                <a16:creationId xmlns:a16="http://schemas.microsoft.com/office/drawing/2014/main" id="{B2342B27-E1C2-2E6F-2E7E-B8523C3924A2}"/>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cxnSp>
        <p:nvCxnSpPr>
          <p:cNvPr id="31" name="Straight Arrow Connector 30">
            <a:extLst>
              <a:ext uri="{FF2B5EF4-FFF2-40B4-BE49-F238E27FC236}">
                <a16:creationId xmlns:a16="http://schemas.microsoft.com/office/drawing/2014/main" id="{9AED1E3B-0153-9980-5E5A-82FB296BB13D}"/>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B515510C-0670-D074-27EC-975208CAD891}"/>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spTree>
    <p:extLst>
      <p:ext uri="{BB962C8B-B14F-4D97-AF65-F5344CB8AC3E}">
        <p14:creationId xmlns:p14="http://schemas.microsoft.com/office/powerpoint/2010/main" val="2193945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C7BB4-C5FD-DD5A-1BCF-FEF4D5FFF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B33ED-0EAD-F556-BC2E-EAEB0C3B6B57}"/>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2AC26E2-4371-CC12-ACAB-8F19524F0DB4}"/>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C0FA6181-A539-DEBB-1BE8-649BB35ECD31}"/>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52DDB99E-B5A1-034B-C625-7C4BA7F257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16FD5369-D1BB-F424-F449-BE5872AA8E87}"/>
              </a:ext>
            </a:extLst>
          </p:cNvPr>
          <p:cNvSpPr/>
          <p:nvPr/>
        </p:nvSpPr>
        <p:spPr>
          <a:xfrm>
            <a:off x="6353790" y="1517242"/>
            <a:ext cx="2700000" cy="270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9" name="Straight Arrow Connector 8">
            <a:extLst>
              <a:ext uri="{FF2B5EF4-FFF2-40B4-BE49-F238E27FC236}">
                <a16:creationId xmlns:a16="http://schemas.microsoft.com/office/drawing/2014/main" id="{7CFA4F73-7F72-667D-2E80-909B975F4110}"/>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88DE5D7-A85E-94C6-8074-F26D18176F86}"/>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3140304-CEE0-3107-450C-4AA240245AEE}"/>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55A18FC-9F6B-23B9-C653-6C23D38693BE}"/>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7" name="Graphic 26" descr="Blueprint outline">
            <a:extLst>
              <a:ext uri="{FF2B5EF4-FFF2-40B4-BE49-F238E27FC236}">
                <a16:creationId xmlns:a16="http://schemas.microsoft.com/office/drawing/2014/main" id="{F9D50F11-C1D5-6A1C-92D5-887B80ED0E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2204" y="1689145"/>
            <a:ext cx="914400" cy="914400"/>
          </a:xfrm>
          <a:prstGeom prst="rect">
            <a:avLst/>
          </a:prstGeom>
        </p:spPr>
      </p:pic>
      <p:sp>
        <p:nvSpPr>
          <p:cNvPr id="28" name="TextBox 27">
            <a:extLst>
              <a:ext uri="{FF2B5EF4-FFF2-40B4-BE49-F238E27FC236}">
                <a16:creationId xmlns:a16="http://schemas.microsoft.com/office/drawing/2014/main" id="{F75D1FF3-F47B-6F17-E5D0-1DB463EC9332}"/>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30" name="TextBox 29">
            <a:extLst>
              <a:ext uri="{FF2B5EF4-FFF2-40B4-BE49-F238E27FC236}">
                <a16:creationId xmlns:a16="http://schemas.microsoft.com/office/drawing/2014/main" id="{50B74895-813C-1B17-4698-34E0EB78A30B}"/>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14" name="Oval 13">
            <a:extLst>
              <a:ext uri="{FF2B5EF4-FFF2-40B4-BE49-F238E27FC236}">
                <a16:creationId xmlns:a16="http://schemas.microsoft.com/office/drawing/2014/main" id="{E9DFF1E9-C626-7F9A-3535-A08A6B694DA6}"/>
              </a:ext>
            </a:extLst>
          </p:cNvPr>
          <p:cNvSpPr/>
          <p:nvPr/>
        </p:nvSpPr>
        <p:spPr>
          <a:xfrm>
            <a:off x="4681736" y="4823201"/>
            <a:ext cx="1260000" cy="126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2" name="TextBox 21">
            <a:extLst>
              <a:ext uri="{FF2B5EF4-FFF2-40B4-BE49-F238E27FC236}">
                <a16:creationId xmlns:a16="http://schemas.microsoft.com/office/drawing/2014/main" id="{1A043ACD-9871-BA6A-76E1-79EC4EAD3DF0}"/>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sp>
        <p:nvSpPr>
          <p:cNvPr id="31" name="Oval 30">
            <a:extLst>
              <a:ext uri="{FF2B5EF4-FFF2-40B4-BE49-F238E27FC236}">
                <a16:creationId xmlns:a16="http://schemas.microsoft.com/office/drawing/2014/main" id="{9BDE2433-C2DE-8E75-B75E-BE5B23105CD6}"/>
              </a:ext>
            </a:extLst>
          </p:cNvPr>
          <p:cNvSpPr/>
          <p:nvPr/>
        </p:nvSpPr>
        <p:spPr>
          <a:xfrm>
            <a:off x="4513201" y="1469720"/>
            <a:ext cx="1260000" cy="126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3104727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9BBC6-8F6C-C862-8E4E-EE047920E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57FCD-A57A-3455-0CAC-32A1C35E32A4}"/>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CD730F9-D85F-CE77-7BB2-6A7B01580C92}"/>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09D18CA4-BA87-7BE8-1D33-A6CD1E1CDF29}"/>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7BA17070-6FE4-ACF1-DE9B-8A8C34A05B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sp>
        <p:nvSpPr>
          <p:cNvPr id="3" name="Oval 2">
            <a:extLst>
              <a:ext uri="{FF2B5EF4-FFF2-40B4-BE49-F238E27FC236}">
                <a16:creationId xmlns:a16="http://schemas.microsoft.com/office/drawing/2014/main" id="{4156B266-6D2D-0E0D-DBDB-7ED4F6625A2E}"/>
              </a:ext>
            </a:extLst>
          </p:cNvPr>
          <p:cNvSpPr/>
          <p:nvPr/>
        </p:nvSpPr>
        <p:spPr>
          <a:xfrm>
            <a:off x="6353790" y="1517242"/>
            <a:ext cx="2700000" cy="270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9" name="Straight Arrow Connector 8">
            <a:extLst>
              <a:ext uri="{FF2B5EF4-FFF2-40B4-BE49-F238E27FC236}">
                <a16:creationId xmlns:a16="http://schemas.microsoft.com/office/drawing/2014/main" id="{C7032A1A-ACCF-CD5F-2E48-AC0E03989A59}"/>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A00295D-1399-4267-00C7-7C146CB1FBD5}"/>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C9CC169-4061-C1AD-B4CE-3862C6BBF4A4}"/>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76B65B5-95A0-C070-A951-B56F73541CB1}"/>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7" name="Graphic 26" descr="Blueprint outline">
            <a:extLst>
              <a:ext uri="{FF2B5EF4-FFF2-40B4-BE49-F238E27FC236}">
                <a16:creationId xmlns:a16="http://schemas.microsoft.com/office/drawing/2014/main" id="{4E29D62B-24AD-820D-32C0-7390EDF51A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2204" y="1689145"/>
            <a:ext cx="914400" cy="914400"/>
          </a:xfrm>
          <a:prstGeom prst="rect">
            <a:avLst/>
          </a:prstGeom>
        </p:spPr>
      </p:pic>
      <p:sp>
        <p:nvSpPr>
          <p:cNvPr id="28" name="TextBox 27">
            <a:extLst>
              <a:ext uri="{FF2B5EF4-FFF2-40B4-BE49-F238E27FC236}">
                <a16:creationId xmlns:a16="http://schemas.microsoft.com/office/drawing/2014/main" id="{63DFADC6-6B5B-207A-A879-0CCAF00B9601}"/>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30" name="TextBox 29">
            <a:extLst>
              <a:ext uri="{FF2B5EF4-FFF2-40B4-BE49-F238E27FC236}">
                <a16:creationId xmlns:a16="http://schemas.microsoft.com/office/drawing/2014/main" id="{9D3F31EA-6C10-A1F4-6602-888B1850D81F}"/>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4" name="TextBox 3">
            <a:extLst>
              <a:ext uri="{FF2B5EF4-FFF2-40B4-BE49-F238E27FC236}">
                <a16:creationId xmlns:a16="http://schemas.microsoft.com/office/drawing/2014/main" id="{4E9097A0-E831-7088-5788-9C75FA2FF150}"/>
              </a:ext>
            </a:extLst>
          </p:cNvPr>
          <p:cNvSpPr txBox="1"/>
          <p:nvPr/>
        </p:nvSpPr>
        <p:spPr>
          <a:xfrm>
            <a:off x="481263" y="3223736"/>
            <a:ext cx="3460751" cy="1831271"/>
          </a:xfrm>
          <a:prstGeom prst="rect">
            <a:avLst/>
          </a:prstGeom>
          <a:noFill/>
        </p:spPr>
        <p:txBody>
          <a:bodyPr wrap="square" rtlCol="0">
            <a:spAutoFit/>
          </a:bodyPr>
          <a:lstStyle/>
          <a:p>
            <a:pPr>
              <a:spcAft>
                <a:spcPts val="600"/>
              </a:spcAft>
            </a:pPr>
            <a:r>
              <a:rPr lang="en-GB" b="1" dirty="0">
                <a:latin typeface="Abadi" panose="020B0604020104020204" pitchFamily="34" charset="0"/>
              </a:rPr>
              <a:t>Project management</a:t>
            </a:r>
          </a:p>
          <a:p>
            <a:pPr marL="285750" indent="-285750">
              <a:buFont typeface="Arial" panose="020B0604020202020204" pitchFamily="34" charset="0"/>
              <a:buChar char="•"/>
            </a:pPr>
            <a:r>
              <a:rPr lang="en-GB" dirty="0">
                <a:latin typeface="Abadi" panose="020B0604020104020204" pitchFamily="34" charset="0"/>
              </a:rPr>
              <a:t>Infrastructure</a:t>
            </a:r>
          </a:p>
          <a:p>
            <a:pPr marL="285750" indent="-285750">
              <a:buFont typeface="Arial" panose="020B0604020202020204" pitchFamily="34" charset="0"/>
              <a:buChar char="•"/>
            </a:pPr>
            <a:r>
              <a:rPr lang="en-GB" dirty="0">
                <a:latin typeface="Abadi" panose="020B0604020104020204" pitchFamily="34" charset="0"/>
              </a:rPr>
              <a:t>Backup / version control</a:t>
            </a:r>
          </a:p>
          <a:p>
            <a:pPr marL="285750" indent="-285750">
              <a:buFont typeface="Arial" panose="020B0604020202020204" pitchFamily="34" charset="0"/>
              <a:buChar char="•"/>
            </a:pPr>
            <a:r>
              <a:rPr lang="en-GB" dirty="0">
                <a:latin typeface="Abadi" panose="020B0604020104020204" pitchFamily="34" charset="0"/>
              </a:rPr>
              <a:t>Code quality</a:t>
            </a:r>
            <a:r>
              <a:rPr lang="ru-RU" dirty="0">
                <a:latin typeface="Abadi" panose="020B0604020104020204" pitchFamily="34" charset="0"/>
              </a:rPr>
              <a:t> </a:t>
            </a:r>
            <a:r>
              <a:rPr lang="de-DE" dirty="0">
                <a:latin typeface="Abadi" panose="020B0604020104020204" pitchFamily="34" charset="0"/>
              </a:rPr>
              <a:t>&amp; d</a:t>
            </a:r>
            <a:r>
              <a:rPr lang="en-GB" dirty="0">
                <a:latin typeface="Abadi" panose="020B0604020104020204" pitchFamily="34" charset="0"/>
              </a:rPr>
              <a:t>ocumentation</a:t>
            </a:r>
          </a:p>
          <a:p>
            <a:pPr marL="285750" indent="-285750">
              <a:buFont typeface="Arial" panose="020B0604020202020204" pitchFamily="34" charset="0"/>
              <a:buChar char="•"/>
            </a:pPr>
            <a:r>
              <a:rPr lang="en-GB" dirty="0">
                <a:latin typeface="Abadi" panose="020B0604020104020204" pitchFamily="34" charset="0"/>
              </a:rPr>
              <a:t>Data archiving</a:t>
            </a:r>
          </a:p>
          <a:p>
            <a:pPr marL="285750" indent="-285750">
              <a:buFont typeface="Arial" panose="020B0604020202020204" pitchFamily="34" charset="0"/>
              <a:buChar char="•"/>
            </a:pPr>
            <a:r>
              <a:rPr lang="en-GB" dirty="0">
                <a:latin typeface="Abadi" panose="020B0604020104020204" pitchFamily="34" charset="0"/>
              </a:rPr>
              <a:t>Report writing</a:t>
            </a:r>
            <a:endParaRPr lang="en-DE" dirty="0">
              <a:latin typeface="Abadi" panose="020B0604020104020204" pitchFamily="34" charset="0"/>
            </a:endParaRPr>
          </a:p>
        </p:txBody>
      </p:sp>
      <p:cxnSp>
        <p:nvCxnSpPr>
          <p:cNvPr id="5" name="Straight Arrow Connector 4">
            <a:extLst>
              <a:ext uri="{FF2B5EF4-FFF2-40B4-BE49-F238E27FC236}">
                <a16:creationId xmlns:a16="http://schemas.microsoft.com/office/drawing/2014/main" id="{75D3FD76-556C-4A57-5B70-9DC9ED30BE17}"/>
              </a:ext>
            </a:extLst>
          </p:cNvPr>
          <p:cNvCxnSpPr>
            <a:cxnSpLocks/>
          </p:cNvCxnSpPr>
          <p:nvPr/>
        </p:nvCxnSpPr>
        <p:spPr>
          <a:xfrm flipV="1">
            <a:off x="2509180" y="2402965"/>
            <a:ext cx="2093668" cy="849779"/>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A7B9326C-3BEE-169B-D540-0AF1E6786AE5}"/>
              </a:ext>
            </a:extLst>
          </p:cNvPr>
          <p:cNvCxnSpPr>
            <a:cxnSpLocks/>
          </p:cNvCxnSpPr>
          <p:nvPr/>
        </p:nvCxnSpPr>
        <p:spPr>
          <a:xfrm>
            <a:off x="2361205" y="4823201"/>
            <a:ext cx="2545299" cy="704157"/>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CF2DEB27-E8E0-9562-AA5A-F7D99664D3AF}"/>
              </a:ext>
            </a:extLst>
          </p:cNvPr>
          <p:cNvSpPr/>
          <p:nvPr/>
        </p:nvSpPr>
        <p:spPr>
          <a:xfrm>
            <a:off x="4681736" y="4823201"/>
            <a:ext cx="1260000" cy="126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2" name="TextBox 21">
            <a:extLst>
              <a:ext uri="{FF2B5EF4-FFF2-40B4-BE49-F238E27FC236}">
                <a16:creationId xmlns:a16="http://schemas.microsoft.com/office/drawing/2014/main" id="{D0264955-B42D-BBFE-1A20-A8F0B5CBAB31}"/>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sp>
        <p:nvSpPr>
          <p:cNvPr id="31" name="Oval 30">
            <a:extLst>
              <a:ext uri="{FF2B5EF4-FFF2-40B4-BE49-F238E27FC236}">
                <a16:creationId xmlns:a16="http://schemas.microsoft.com/office/drawing/2014/main" id="{B61B3598-E97A-67FB-BD96-BE87422D03BF}"/>
              </a:ext>
            </a:extLst>
          </p:cNvPr>
          <p:cNvSpPr/>
          <p:nvPr/>
        </p:nvSpPr>
        <p:spPr>
          <a:xfrm>
            <a:off x="4513201" y="1469720"/>
            <a:ext cx="1260000" cy="1260000"/>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32" name="Graphic 31" descr="Hierarchy outline">
            <a:extLst>
              <a:ext uri="{FF2B5EF4-FFF2-40B4-BE49-F238E27FC236}">
                <a16:creationId xmlns:a16="http://schemas.microsoft.com/office/drawing/2014/main" id="{57DD4FDC-01E8-F893-DAB7-C69A7E3C464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0343" y="2416125"/>
            <a:ext cx="914400" cy="914400"/>
          </a:xfrm>
          <a:prstGeom prst="rect">
            <a:avLst/>
          </a:prstGeom>
        </p:spPr>
      </p:pic>
    </p:spTree>
    <p:extLst>
      <p:ext uri="{BB962C8B-B14F-4D97-AF65-F5344CB8AC3E}">
        <p14:creationId xmlns:p14="http://schemas.microsoft.com/office/powerpoint/2010/main" val="225233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3FA12-B6EB-4CEB-E0E8-911E72F67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F65BE-158C-BC0F-38B2-E8E6244B434F}"/>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F0EF23C-AF2D-079B-B25B-9E313F8F050A}"/>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552F4065-23DC-E5A3-C979-804810B0DD99}"/>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9FB63625-FB96-7144-6B67-5EB71FFED4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cxnSp>
        <p:nvCxnSpPr>
          <p:cNvPr id="9" name="Straight Arrow Connector 8">
            <a:extLst>
              <a:ext uri="{FF2B5EF4-FFF2-40B4-BE49-F238E27FC236}">
                <a16:creationId xmlns:a16="http://schemas.microsoft.com/office/drawing/2014/main" id="{D8C65533-5F4C-D9DD-3241-F3B66925E119}"/>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1CF8AD0-D532-AF4E-3D08-A321DDE32989}"/>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5EEF197-E9E4-5905-A50D-9793AAD0F3F9}"/>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AEFF953-C438-C792-972F-7F34B7D0498A}"/>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7" name="Graphic 26" descr="Blueprint outline">
            <a:extLst>
              <a:ext uri="{FF2B5EF4-FFF2-40B4-BE49-F238E27FC236}">
                <a16:creationId xmlns:a16="http://schemas.microsoft.com/office/drawing/2014/main" id="{598319E0-BF1E-4F2E-EBBB-F784E8261C2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2204" y="1689145"/>
            <a:ext cx="914400" cy="914400"/>
          </a:xfrm>
          <a:prstGeom prst="rect">
            <a:avLst/>
          </a:prstGeom>
        </p:spPr>
      </p:pic>
      <p:sp>
        <p:nvSpPr>
          <p:cNvPr id="28" name="TextBox 27">
            <a:extLst>
              <a:ext uri="{FF2B5EF4-FFF2-40B4-BE49-F238E27FC236}">
                <a16:creationId xmlns:a16="http://schemas.microsoft.com/office/drawing/2014/main" id="{2E1DE70A-980E-AD8D-053E-AD15251838DF}"/>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30" name="TextBox 29">
            <a:extLst>
              <a:ext uri="{FF2B5EF4-FFF2-40B4-BE49-F238E27FC236}">
                <a16:creationId xmlns:a16="http://schemas.microsoft.com/office/drawing/2014/main" id="{32E63E10-B47C-6A9E-4AAE-2CA94EB9086A}"/>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24" name="TextBox 23">
            <a:extLst>
              <a:ext uri="{FF2B5EF4-FFF2-40B4-BE49-F238E27FC236}">
                <a16:creationId xmlns:a16="http://schemas.microsoft.com/office/drawing/2014/main" id="{278B9745-C603-09AC-779D-F781130467BB}"/>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cxnSp>
        <p:nvCxnSpPr>
          <p:cNvPr id="26" name="Straight Arrow Connector 25">
            <a:extLst>
              <a:ext uri="{FF2B5EF4-FFF2-40B4-BE49-F238E27FC236}">
                <a16:creationId xmlns:a16="http://schemas.microsoft.com/office/drawing/2014/main" id="{80758EF9-3780-D652-E2B1-F4381DCEA331}"/>
              </a:ext>
            </a:extLst>
          </p:cNvPr>
          <p:cNvCxnSpPr>
            <a:cxnSpLocks/>
          </p:cNvCxnSpPr>
          <p:nvPr/>
        </p:nvCxnSpPr>
        <p:spPr>
          <a:xfrm flipV="1">
            <a:off x="2509180" y="2402965"/>
            <a:ext cx="2093668" cy="849779"/>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126AE76D-7FC2-03E8-B9C5-3E1E1DC99A08}"/>
              </a:ext>
            </a:extLst>
          </p:cNvPr>
          <p:cNvSpPr/>
          <p:nvPr/>
        </p:nvSpPr>
        <p:spPr>
          <a:xfrm>
            <a:off x="8626695" y="2401157"/>
            <a:ext cx="3250123" cy="2281422"/>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 name="TextBox 6">
            <a:extLst>
              <a:ext uri="{FF2B5EF4-FFF2-40B4-BE49-F238E27FC236}">
                <a16:creationId xmlns:a16="http://schemas.microsoft.com/office/drawing/2014/main" id="{438F7C2A-FCCB-B028-B6D8-1518FA807B11}"/>
              </a:ext>
            </a:extLst>
          </p:cNvPr>
          <p:cNvSpPr txBox="1"/>
          <p:nvPr/>
        </p:nvSpPr>
        <p:spPr>
          <a:xfrm>
            <a:off x="481263" y="3223736"/>
            <a:ext cx="3460751" cy="1831271"/>
          </a:xfrm>
          <a:prstGeom prst="rect">
            <a:avLst/>
          </a:prstGeom>
          <a:noFill/>
        </p:spPr>
        <p:txBody>
          <a:bodyPr wrap="square" rtlCol="0">
            <a:spAutoFit/>
          </a:bodyPr>
          <a:lstStyle/>
          <a:p>
            <a:pPr>
              <a:spcAft>
                <a:spcPts val="600"/>
              </a:spcAft>
            </a:pPr>
            <a:r>
              <a:rPr lang="en-GB" b="1" dirty="0">
                <a:latin typeface="Abadi" panose="020B0604020104020204" pitchFamily="34" charset="0"/>
              </a:rPr>
              <a:t>Project management</a:t>
            </a:r>
          </a:p>
          <a:p>
            <a:pPr marL="285750" indent="-285750">
              <a:buFont typeface="Arial" panose="020B0604020202020204" pitchFamily="34" charset="0"/>
              <a:buChar char="•"/>
            </a:pPr>
            <a:r>
              <a:rPr lang="en-GB" dirty="0">
                <a:latin typeface="Abadi" panose="020B0604020104020204" pitchFamily="34" charset="0"/>
              </a:rPr>
              <a:t>Infrastructure</a:t>
            </a:r>
          </a:p>
          <a:p>
            <a:pPr marL="285750" indent="-285750">
              <a:buFont typeface="Arial" panose="020B0604020202020204" pitchFamily="34" charset="0"/>
              <a:buChar char="•"/>
            </a:pPr>
            <a:r>
              <a:rPr lang="en-GB" dirty="0">
                <a:latin typeface="Abadi" panose="020B0604020104020204" pitchFamily="34" charset="0"/>
              </a:rPr>
              <a:t>Backup / version control</a:t>
            </a:r>
          </a:p>
          <a:p>
            <a:pPr marL="285750" indent="-285750">
              <a:buFont typeface="Arial" panose="020B0604020202020204" pitchFamily="34" charset="0"/>
              <a:buChar char="•"/>
            </a:pPr>
            <a:r>
              <a:rPr lang="en-GB" dirty="0">
                <a:latin typeface="Abadi" panose="020B0604020104020204" pitchFamily="34" charset="0"/>
              </a:rPr>
              <a:t>Code quality</a:t>
            </a:r>
            <a:r>
              <a:rPr lang="ru-RU" dirty="0">
                <a:latin typeface="Abadi" panose="020B0604020104020204" pitchFamily="34" charset="0"/>
              </a:rPr>
              <a:t> </a:t>
            </a:r>
            <a:r>
              <a:rPr lang="de-DE" dirty="0">
                <a:latin typeface="Abadi" panose="020B0604020104020204" pitchFamily="34" charset="0"/>
              </a:rPr>
              <a:t>&amp; d</a:t>
            </a:r>
            <a:r>
              <a:rPr lang="en-GB" dirty="0">
                <a:latin typeface="Abadi" panose="020B0604020104020204" pitchFamily="34" charset="0"/>
              </a:rPr>
              <a:t>ocumentation</a:t>
            </a:r>
          </a:p>
          <a:p>
            <a:pPr marL="285750" indent="-285750">
              <a:buFont typeface="Arial" panose="020B0604020202020204" pitchFamily="34" charset="0"/>
              <a:buChar char="•"/>
            </a:pPr>
            <a:r>
              <a:rPr lang="en-GB" dirty="0">
                <a:latin typeface="Abadi" panose="020B0604020104020204" pitchFamily="34" charset="0"/>
              </a:rPr>
              <a:t>Data archiving</a:t>
            </a:r>
          </a:p>
          <a:p>
            <a:pPr marL="285750" indent="-285750">
              <a:buFont typeface="Arial" panose="020B0604020202020204" pitchFamily="34" charset="0"/>
              <a:buChar char="•"/>
            </a:pPr>
            <a:r>
              <a:rPr lang="en-GB" dirty="0">
                <a:latin typeface="Abadi" panose="020B0604020104020204" pitchFamily="34" charset="0"/>
              </a:rPr>
              <a:t>Report writing</a:t>
            </a:r>
            <a:endParaRPr lang="en-DE" dirty="0">
              <a:latin typeface="Abadi" panose="020B0604020104020204" pitchFamily="34" charset="0"/>
            </a:endParaRPr>
          </a:p>
        </p:txBody>
      </p:sp>
      <p:sp>
        <p:nvSpPr>
          <p:cNvPr id="33" name="Rectangle 32">
            <a:extLst>
              <a:ext uri="{FF2B5EF4-FFF2-40B4-BE49-F238E27FC236}">
                <a16:creationId xmlns:a16="http://schemas.microsoft.com/office/drawing/2014/main" id="{84733E5C-F824-6696-BDCA-B9350234D097}"/>
              </a:ext>
            </a:extLst>
          </p:cNvPr>
          <p:cNvSpPr/>
          <p:nvPr/>
        </p:nvSpPr>
        <p:spPr>
          <a:xfrm>
            <a:off x="443171" y="3582860"/>
            <a:ext cx="3460751" cy="1472147"/>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8" name="Straight Arrow Connector 7">
            <a:extLst>
              <a:ext uri="{FF2B5EF4-FFF2-40B4-BE49-F238E27FC236}">
                <a16:creationId xmlns:a16="http://schemas.microsoft.com/office/drawing/2014/main" id="{52EF2EBC-A361-82A3-0645-FB3CC41F2002}"/>
              </a:ext>
            </a:extLst>
          </p:cNvPr>
          <p:cNvCxnSpPr>
            <a:cxnSpLocks/>
          </p:cNvCxnSpPr>
          <p:nvPr/>
        </p:nvCxnSpPr>
        <p:spPr>
          <a:xfrm>
            <a:off x="2361205" y="4823201"/>
            <a:ext cx="2545299" cy="704157"/>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10" name="Graphic 9" descr="Hierarchy outline">
            <a:extLst>
              <a:ext uri="{FF2B5EF4-FFF2-40B4-BE49-F238E27FC236}">
                <a16:creationId xmlns:a16="http://schemas.microsoft.com/office/drawing/2014/main" id="{5974AB69-1BAD-E0D3-E4AD-D4587EA279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0343" y="2416125"/>
            <a:ext cx="914400" cy="914400"/>
          </a:xfrm>
          <a:prstGeom prst="rect">
            <a:avLst/>
          </a:prstGeom>
        </p:spPr>
      </p:pic>
    </p:spTree>
    <p:extLst>
      <p:ext uri="{BB962C8B-B14F-4D97-AF65-F5344CB8AC3E}">
        <p14:creationId xmlns:p14="http://schemas.microsoft.com/office/powerpoint/2010/main" val="1216707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407D-C99A-DC98-F6B8-BF0CB5F7B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E0FBB-13BA-6FA4-B91D-2A2A4AE5842B}"/>
              </a:ext>
            </a:extLst>
          </p:cNvPr>
          <p:cNvSpPr>
            <a:spLocks noGrp="1"/>
          </p:cNvSpPr>
          <p:nvPr>
            <p:ph type="title"/>
          </p:nvPr>
        </p:nvSpPr>
        <p:spPr/>
        <p:txBody>
          <a:bodyPr/>
          <a:lstStyle/>
          <a:p>
            <a:r>
              <a:rPr lang="en-GB" dirty="0">
                <a:latin typeface="Abadi" panose="020B0604020104020204" pitchFamily="34" charset="0"/>
              </a:rPr>
              <a:t>Planning your research</a:t>
            </a:r>
            <a:endParaRPr lang="en-DE" dirty="0">
              <a:latin typeface="Abadi" panose="020B0604020104020204" pitchFamily="34" charset="0"/>
            </a:endParaRPr>
          </a:p>
        </p:txBody>
      </p:sp>
      <p:sp>
        <p:nvSpPr>
          <p:cNvPr id="3" name="Text Placeholder 2">
            <a:extLst>
              <a:ext uri="{FF2B5EF4-FFF2-40B4-BE49-F238E27FC236}">
                <a16:creationId xmlns:a16="http://schemas.microsoft.com/office/drawing/2014/main" id="{B4888DA3-45A6-6225-AF22-5ED24640D9CA}"/>
              </a:ext>
            </a:extLst>
          </p:cNvPr>
          <p:cNvSpPr>
            <a:spLocks noGrp="1"/>
          </p:cNvSpPr>
          <p:nvPr>
            <p:ph type="body" idx="1"/>
          </p:nvPr>
        </p:nvSpPr>
        <p:spPr/>
        <p:txBody>
          <a:bodyPr/>
          <a:lstStyle/>
          <a:p>
            <a:r>
              <a:rPr lang="en-GB" dirty="0"/>
              <a:t>Decisions to make and how to hold yourself accountable</a:t>
            </a:r>
            <a:endParaRPr lang="en-DE" dirty="0"/>
          </a:p>
        </p:txBody>
      </p:sp>
      <p:pic>
        <p:nvPicPr>
          <p:cNvPr id="4" name="Graphic 3" descr="Blueprint outline">
            <a:extLst>
              <a:ext uri="{FF2B5EF4-FFF2-40B4-BE49-F238E27FC236}">
                <a16:creationId xmlns:a16="http://schemas.microsoft.com/office/drawing/2014/main" id="{DDF63E75-3833-9556-7AE8-D040C944B9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1854932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A12BE-25E4-A473-7707-88BE396893EF}"/>
              </a:ext>
            </a:extLst>
          </p:cNvPr>
          <p:cNvSpPr>
            <a:spLocks noGrp="1"/>
          </p:cNvSpPr>
          <p:nvPr>
            <p:ph type="title"/>
          </p:nvPr>
        </p:nvSpPr>
        <p:spPr/>
        <p:txBody>
          <a:bodyPr/>
          <a:lstStyle/>
          <a:p>
            <a:r>
              <a:rPr lang="de-DE" dirty="0">
                <a:latin typeface="Abadi" panose="020B0604020104020204" pitchFamily="34" charset="0"/>
              </a:rPr>
              <a:t>Key decisions to make</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8600C96C-E527-5F55-F6C1-376A535DA978}"/>
              </a:ext>
            </a:extLst>
          </p:cNvPr>
          <p:cNvSpPr>
            <a:spLocks noGrp="1"/>
          </p:cNvSpPr>
          <p:nvPr>
            <p:ph idx="1"/>
          </p:nvPr>
        </p:nvSpPr>
        <p:spPr/>
        <p:txBody>
          <a:bodyPr>
            <a:noAutofit/>
          </a:bodyPr>
          <a:lstStyle/>
          <a:p>
            <a:pPr marL="457200" indent="-457200" algn="just">
              <a:spcBef>
                <a:spcPts val="0"/>
              </a:spcBef>
              <a:spcAft>
                <a:spcPts val="1200"/>
              </a:spcAft>
              <a:buAutoNum type="arabicPeriod"/>
            </a:pPr>
            <a:r>
              <a:rPr lang="de-DE" sz="2000" dirty="0">
                <a:latin typeface="Abadi" panose="020B0604020104020204" pitchFamily="34" charset="0"/>
              </a:rPr>
              <a:t>What is the study about &amp; what are your </a:t>
            </a:r>
            <a:r>
              <a:rPr lang="de-DE" sz="2000" dirty="0">
                <a:solidFill>
                  <a:srgbClr val="C00000"/>
                </a:solidFill>
                <a:latin typeface="Abadi" panose="020B0604020104020204" pitchFamily="34" charset="0"/>
              </a:rPr>
              <a:t>hypotheses</a:t>
            </a:r>
            <a:r>
              <a:rPr lang="de-DE" sz="2000" dirty="0">
                <a:latin typeface="Abadi" panose="020B0604020104020204" pitchFamily="34" charset="0"/>
              </a:rPr>
              <a:t>?</a:t>
            </a:r>
          </a:p>
          <a:p>
            <a:pPr marL="457200" indent="-457200" algn="just">
              <a:spcBef>
                <a:spcPts val="0"/>
              </a:spcBef>
              <a:spcAft>
                <a:spcPts val="1200"/>
              </a:spcAft>
              <a:buAutoNum type="arabicPeriod"/>
            </a:pPr>
            <a:r>
              <a:rPr lang="de-DE" sz="2000" dirty="0">
                <a:latin typeface="Abadi" panose="020B0604020104020204" pitchFamily="34" charset="0"/>
              </a:rPr>
              <a:t>What are your </a:t>
            </a:r>
            <a:r>
              <a:rPr lang="de-DE" sz="2000" dirty="0">
                <a:solidFill>
                  <a:srgbClr val="C00000"/>
                </a:solidFill>
                <a:latin typeface="Abadi" panose="020B0604020104020204" pitchFamily="34" charset="0"/>
              </a:rPr>
              <a:t>dependent variables </a:t>
            </a:r>
            <a:r>
              <a:rPr lang="de-DE" sz="2000" dirty="0">
                <a:latin typeface="Abadi" panose="020B0604020104020204" pitchFamily="34" charset="0"/>
              </a:rPr>
              <a:t>&amp; how will they be measured?</a:t>
            </a:r>
          </a:p>
          <a:p>
            <a:pPr marL="457200" indent="-457200" algn="just">
              <a:spcBef>
                <a:spcPts val="0"/>
              </a:spcBef>
              <a:spcAft>
                <a:spcPts val="1200"/>
              </a:spcAft>
              <a:buAutoNum type="arabicPeriod"/>
            </a:pPr>
            <a:r>
              <a:rPr lang="de-DE" sz="2000" dirty="0">
                <a:latin typeface="Abadi" panose="020B0604020104020204" pitchFamily="34" charset="0"/>
              </a:rPr>
              <a:t>What </a:t>
            </a:r>
            <a:r>
              <a:rPr lang="de-DE" sz="2000" dirty="0">
                <a:solidFill>
                  <a:srgbClr val="C00000"/>
                </a:solidFill>
                <a:latin typeface="Abadi" panose="020B0604020104020204" pitchFamily="34" charset="0"/>
              </a:rPr>
              <a:t>conditions</a:t>
            </a:r>
            <a:r>
              <a:rPr lang="de-DE" sz="2000" dirty="0">
                <a:latin typeface="Abadi" panose="020B0604020104020204" pitchFamily="34" charset="0"/>
              </a:rPr>
              <a:t> will the participants be assigned to?</a:t>
            </a:r>
          </a:p>
          <a:p>
            <a:pPr marL="457200" indent="-457200" algn="just">
              <a:spcBef>
                <a:spcPts val="0"/>
              </a:spcBef>
              <a:spcAft>
                <a:spcPts val="1200"/>
              </a:spcAft>
              <a:buAutoNum type="arabicPeriod"/>
            </a:pPr>
            <a:r>
              <a:rPr lang="de-DE" sz="2000" dirty="0">
                <a:latin typeface="Abadi" panose="020B0604020104020204" pitchFamily="34" charset="0"/>
              </a:rPr>
              <a:t>Which </a:t>
            </a:r>
            <a:r>
              <a:rPr lang="de-DE" sz="2000" dirty="0">
                <a:solidFill>
                  <a:srgbClr val="C00000"/>
                </a:solidFill>
                <a:latin typeface="Abadi" panose="020B0604020104020204" pitchFamily="34" charset="0"/>
              </a:rPr>
              <a:t>analyses</a:t>
            </a:r>
            <a:r>
              <a:rPr lang="de-DE" sz="2000" dirty="0">
                <a:latin typeface="Abadi" panose="020B0604020104020204" pitchFamily="34" charset="0"/>
              </a:rPr>
              <a:t> are you planning to conduct?</a:t>
            </a:r>
          </a:p>
          <a:p>
            <a:pPr marL="457200" indent="-457200" algn="just">
              <a:spcBef>
                <a:spcPts val="0"/>
              </a:spcBef>
              <a:spcAft>
                <a:spcPts val="1200"/>
              </a:spcAft>
              <a:buAutoNum type="arabicPeriod"/>
            </a:pPr>
            <a:r>
              <a:rPr lang="de-DE" sz="2000" dirty="0">
                <a:latin typeface="Abadi" panose="020B0604020104020204" pitchFamily="34" charset="0"/>
              </a:rPr>
              <a:t>Will there be any data </a:t>
            </a:r>
            <a:r>
              <a:rPr lang="de-DE" sz="2000" dirty="0">
                <a:solidFill>
                  <a:srgbClr val="C00000"/>
                </a:solidFill>
                <a:latin typeface="Abadi" panose="020B0604020104020204" pitchFamily="34" charset="0"/>
              </a:rPr>
              <a:t>exclusions</a:t>
            </a:r>
            <a:r>
              <a:rPr lang="de-DE" sz="2000" dirty="0">
                <a:latin typeface="Abadi" panose="020B0604020104020204" pitchFamily="34" charset="0"/>
              </a:rPr>
              <a:t>? Why?</a:t>
            </a:r>
          </a:p>
          <a:p>
            <a:pPr marL="457200" indent="-457200" algn="just">
              <a:spcBef>
                <a:spcPts val="0"/>
              </a:spcBef>
              <a:spcAft>
                <a:spcPts val="1200"/>
              </a:spcAft>
              <a:buAutoNum type="arabicPeriod"/>
            </a:pPr>
            <a:r>
              <a:rPr lang="de-DE" sz="2000" dirty="0">
                <a:latin typeface="Abadi" panose="020B0604020104020204" pitchFamily="34" charset="0"/>
              </a:rPr>
              <a:t>What </a:t>
            </a:r>
            <a:r>
              <a:rPr lang="de-DE" sz="2000" dirty="0">
                <a:solidFill>
                  <a:srgbClr val="C00000"/>
                </a:solidFill>
                <a:latin typeface="Abadi" panose="020B0604020104020204" pitchFamily="34" charset="0"/>
              </a:rPr>
              <a:t>sample size </a:t>
            </a:r>
            <a:r>
              <a:rPr lang="de-DE" sz="2000" dirty="0">
                <a:latin typeface="Abadi" panose="020B0604020104020204" pitchFamily="34" charset="0"/>
              </a:rPr>
              <a:t>are you aiming for?</a:t>
            </a:r>
          </a:p>
          <a:p>
            <a:pPr marL="457200" indent="-457200" algn="just">
              <a:spcBef>
                <a:spcPts val="0"/>
              </a:spcBef>
              <a:spcAft>
                <a:spcPts val="1200"/>
              </a:spcAft>
              <a:buAutoNum type="arabicPeriod"/>
            </a:pPr>
            <a:endParaRPr lang="de-DE" sz="2000" dirty="0">
              <a:latin typeface="Abadi" panose="020B0604020104020204" pitchFamily="34" charset="0"/>
            </a:endParaRPr>
          </a:p>
          <a:p>
            <a:pPr marL="0" indent="0" algn="ctr">
              <a:spcBef>
                <a:spcPts val="0"/>
              </a:spcBef>
              <a:buNone/>
            </a:pPr>
            <a:endParaRPr lang="en-GB" sz="2000" dirty="0">
              <a:latin typeface="Abadi" panose="020B0604020104020204" pitchFamily="34" charset="0"/>
            </a:endParaRPr>
          </a:p>
          <a:p>
            <a:pPr marL="0" indent="0" algn="ctr">
              <a:spcBef>
                <a:spcPts val="0"/>
              </a:spcBef>
              <a:spcAft>
                <a:spcPts val="1800"/>
              </a:spcAft>
              <a:buNone/>
            </a:pPr>
            <a:r>
              <a:rPr lang="en-GB" sz="2000" dirty="0">
                <a:latin typeface="Abadi" panose="020B0604020104020204" pitchFamily="34" charset="0"/>
              </a:rPr>
              <a:t>Make these decisions before data collection &amp; document them </a:t>
            </a:r>
          </a:p>
          <a:p>
            <a:pPr marL="0" indent="0" algn="ctr">
              <a:spcBef>
                <a:spcPts val="0"/>
              </a:spcBef>
              <a:buNone/>
            </a:pPr>
            <a:r>
              <a:rPr lang="de-DE" sz="2000" dirty="0">
                <a:latin typeface="Abadi" panose="020B0604020104020204" pitchFamily="34" charset="0"/>
              </a:rPr>
              <a:t>   It is good practice to make your research plans publicly available</a:t>
            </a:r>
            <a:endParaRPr lang="en-DE" sz="2000" dirty="0">
              <a:latin typeface="Abadi" panose="020B0604020104020204" pitchFamily="34" charset="0"/>
            </a:endParaRPr>
          </a:p>
        </p:txBody>
      </p:sp>
      <p:pic>
        <p:nvPicPr>
          <p:cNvPr id="7" name="Graphic 6" descr="Bookmark with solid fill">
            <a:extLst>
              <a:ext uri="{FF2B5EF4-FFF2-40B4-BE49-F238E27FC236}">
                <a16:creationId xmlns:a16="http://schemas.microsoft.com/office/drawing/2014/main" id="{344A7ECD-7B06-B893-7D92-592CC77EEA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19818" y="5121675"/>
            <a:ext cx="517357" cy="363494"/>
          </a:xfrm>
          <a:prstGeom prst="rect">
            <a:avLst/>
          </a:prstGeom>
        </p:spPr>
      </p:pic>
      <p:pic>
        <p:nvPicPr>
          <p:cNvPr id="17" name="Graphic 16" descr="Bookmark with solid fill">
            <a:extLst>
              <a:ext uri="{FF2B5EF4-FFF2-40B4-BE49-F238E27FC236}">
                <a16:creationId xmlns:a16="http://schemas.microsoft.com/office/drawing/2014/main" id="{78CA23A0-7EB9-B68F-86A9-8DCD74BD6F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19822" y="5649319"/>
            <a:ext cx="517357" cy="363494"/>
          </a:xfrm>
          <a:prstGeom prst="rect">
            <a:avLst/>
          </a:prstGeom>
        </p:spPr>
      </p:pic>
      <p:pic>
        <p:nvPicPr>
          <p:cNvPr id="4" name="Graphic 3" descr="Blueprint outline">
            <a:extLst>
              <a:ext uri="{FF2B5EF4-FFF2-40B4-BE49-F238E27FC236}">
                <a16:creationId xmlns:a16="http://schemas.microsoft.com/office/drawing/2014/main" id="{D153D19B-52FE-E022-661F-69B63C798F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2453120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6E52A-F885-0023-205B-D6763AAA2EDA}"/>
              </a:ext>
            </a:extLst>
          </p:cNvPr>
          <p:cNvSpPr>
            <a:spLocks noGrp="1"/>
          </p:cNvSpPr>
          <p:nvPr>
            <p:ph type="title"/>
          </p:nvPr>
        </p:nvSpPr>
        <p:spPr/>
        <p:txBody>
          <a:bodyPr/>
          <a:lstStyle/>
          <a:p>
            <a:r>
              <a:rPr lang="en-GB" dirty="0">
                <a:latin typeface="Abadi" panose="020B0604020104020204" pitchFamily="34" charset="0"/>
              </a:rPr>
              <a:t>Registering your research plans</a:t>
            </a:r>
            <a:endParaRPr lang="en-DE" dirty="0">
              <a:latin typeface="Abadi" panose="020B0604020104020204" pitchFamily="34" charset="0"/>
            </a:endParaRPr>
          </a:p>
        </p:txBody>
      </p:sp>
      <p:sp>
        <p:nvSpPr>
          <p:cNvPr id="3" name="Text Placeholder 2">
            <a:extLst>
              <a:ext uri="{FF2B5EF4-FFF2-40B4-BE49-F238E27FC236}">
                <a16:creationId xmlns:a16="http://schemas.microsoft.com/office/drawing/2014/main" id="{4A686C08-CEB5-9148-4E31-B2E59925947D}"/>
              </a:ext>
            </a:extLst>
          </p:cNvPr>
          <p:cNvSpPr>
            <a:spLocks noGrp="1"/>
          </p:cNvSpPr>
          <p:nvPr>
            <p:ph type="body" idx="1"/>
          </p:nvPr>
        </p:nvSpPr>
        <p:spPr/>
        <p:txBody>
          <a:bodyPr/>
          <a:lstStyle/>
          <a:p>
            <a:r>
              <a:rPr lang="en-GB" dirty="0"/>
              <a:t>Pre-registration and registered reports</a:t>
            </a:r>
            <a:endParaRPr lang="en-DE" dirty="0"/>
          </a:p>
        </p:txBody>
      </p:sp>
      <p:pic>
        <p:nvPicPr>
          <p:cNvPr id="4" name="Graphic 3" descr="Blueprint outline">
            <a:extLst>
              <a:ext uri="{FF2B5EF4-FFF2-40B4-BE49-F238E27FC236}">
                <a16:creationId xmlns:a16="http://schemas.microsoft.com/office/drawing/2014/main" id="{9F917DB5-352E-C66D-5B95-048C0FBCA3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561240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A0E7B-5B37-6BC9-BA24-294B8D483AE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1A5E362-5049-5E56-D167-019221D49483}"/>
              </a:ext>
            </a:extLst>
          </p:cNvPr>
          <p:cNvPicPr>
            <a:picLocks noChangeAspect="1"/>
          </p:cNvPicPr>
          <p:nvPr/>
        </p:nvPicPr>
        <p:blipFill>
          <a:blip r:embed="rId3"/>
          <a:stretch>
            <a:fillRect/>
          </a:stretch>
        </p:blipFill>
        <p:spPr>
          <a:xfrm>
            <a:off x="2149272" y="1231787"/>
            <a:ext cx="7893456" cy="2197213"/>
          </a:xfrm>
          <a:prstGeom prst="rect">
            <a:avLst/>
          </a:prstGeom>
        </p:spPr>
      </p:pic>
      <p:sp>
        <p:nvSpPr>
          <p:cNvPr id="8" name="TextBox 7">
            <a:extLst>
              <a:ext uri="{FF2B5EF4-FFF2-40B4-BE49-F238E27FC236}">
                <a16:creationId xmlns:a16="http://schemas.microsoft.com/office/drawing/2014/main" id="{6F951D8E-DA5E-493C-AD16-2E6FC940557C}"/>
              </a:ext>
            </a:extLst>
          </p:cNvPr>
          <p:cNvSpPr txBox="1"/>
          <p:nvPr/>
        </p:nvSpPr>
        <p:spPr>
          <a:xfrm>
            <a:off x="1614237" y="3859426"/>
            <a:ext cx="8963526" cy="1631216"/>
          </a:xfrm>
          <a:prstGeom prst="rect">
            <a:avLst/>
          </a:prstGeom>
          <a:noFill/>
        </p:spPr>
        <p:txBody>
          <a:bodyPr wrap="square">
            <a:spAutoFit/>
          </a:bodyPr>
          <a:lstStyle/>
          <a:p>
            <a:pPr algn="ctr"/>
            <a:r>
              <a:rPr lang="en-GB" sz="2000" i="1" dirty="0">
                <a:solidFill>
                  <a:srgbClr val="262626"/>
                </a:solidFill>
                <a:latin typeface="Abadi" panose="020B0604020104020204" pitchFamily="34" charset="0"/>
              </a:rPr>
              <a:t>«</a:t>
            </a:r>
            <a:r>
              <a:rPr lang="en-GB" sz="2000" i="1" dirty="0">
                <a:solidFill>
                  <a:srgbClr val="262626"/>
                </a:solidFill>
                <a:effectLst/>
                <a:latin typeface="Abadi" panose="020B0604020104020204" pitchFamily="34" charset="0"/>
              </a:rPr>
              <a:t>All too often, we find ourselves unable to predict what will happen; yet after the fact we explain what did happen with a great deal of confidence. This “ability” to explain that which we cannot predict, even in the absence of any additional information, represents an important, though subtle, flaw in our reasoning. It leads us to believe that there is a less uncertain world than there actually is....</a:t>
            </a:r>
            <a:r>
              <a:rPr lang="en-GB" sz="2000" i="1" dirty="0">
                <a:solidFill>
                  <a:srgbClr val="262626"/>
                </a:solidFill>
                <a:latin typeface="Abadi" panose="020B0604020104020204" pitchFamily="34" charset="0"/>
              </a:rPr>
              <a:t> »</a:t>
            </a:r>
            <a:endParaRPr lang="en-DE" sz="2000" i="1" dirty="0">
              <a:latin typeface="Abadi" panose="020B0604020104020204" pitchFamily="34" charset="0"/>
            </a:endParaRPr>
          </a:p>
        </p:txBody>
      </p:sp>
      <p:pic>
        <p:nvPicPr>
          <p:cNvPr id="2" name="Graphic 1" descr="Blueprint outline">
            <a:extLst>
              <a:ext uri="{FF2B5EF4-FFF2-40B4-BE49-F238E27FC236}">
                <a16:creationId xmlns:a16="http://schemas.microsoft.com/office/drawing/2014/main" id="{61EA1B50-6552-F803-0A40-2886631C83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56088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202E-B27F-A01D-AD49-4D7E9E41F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7D5D9-7D39-98A2-68C1-BD8C085BDDEC}"/>
              </a:ext>
            </a:extLst>
          </p:cNvPr>
          <p:cNvSpPr>
            <a:spLocks noGrp="1"/>
          </p:cNvSpPr>
          <p:nvPr>
            <p:ph type="title"/>
          </p:nvPr>
        </p:nvSpPr>
        <p:spPr/>
        <p:txBody>
          <a:bodyPr/>
          <a:lstStyle/>
          <a:p>
            <a:r>
              <a:rPr lang="de-DE" dirty="0">
                <a:latin typeface="Abadi" panose="020B0604020104020204" pitchFamily="34" charset="0"/>
              </a:rPr>
              <a:t>Pre-registeration</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DFF2EC7E-2FBF-369A-068D-071870D88744}"/>
              </a:ext>
            </a:extLst>
          </p:cNvPr>
          <p:cNvSpPr>
            <a:spLocks noGrp="1"/>
          </p:cNvSpPr>
          <p:nvPr>
            <p:ph idx="1"/>
          </p:nvPr>
        </p:nvSpPr>
        <p:spPr>
          <a:xfrm>
            <a:off x="838200" y="1825625"/>
            <a:ext cx="10515600" cy="4351338"/>
          </a:xfrm>
        </p:spPr>
        <p:txBody>
          <a:bodyPr>
            <a:noAutofit/>
          </a:bodyPr>
          <a:lstStyle/>
          <a:p>
            <a:r>
              <a:rPr lang="en-GB" sz="2000" dirty="0">
                <a:latin typeface="Abadi" panose="020B0604020104020204" pitchFamily="34" charset="0"/>
              </a:rPr>
              <a:t>Create a </a:t>
            </a:r>
            <a:r>
              <a:rPr lang="en-GB" sz="2000" dirty="0">
                <a:solidFill>
                  <a:srgbClr val="C00000"/>
                </a:solidFill>
                <a:latin typeface="Abadi" panose="020B0604020104020204" pitchFamily="34" charset="0"/>
              </a:rPr>
              <a:t>permanent</a:t>
            </a:r>
            <a:r>
              <a:rPr lang="en-GB" sz="2000" dirty="0">
                <a:latin typeface="Abadi" panose="020B0604020104020204" pitchFamily="34" charset="0"/>
              </a:rPr>
              <a:t> record of your study plans </a:t>
            </a:r>
            <a:r>
              <a:rPr lang="en-GB" sz="2000" dirty="0">
                <a:solidFill>
                  <a:srgbClr val="C00000"/>
                </a:solidFill>
                <a:latin typeface="Abadi" panose="020B0604020104020204" pitchFamily="34" charset="0"/>
              </a:rPr>
              <a:t>before</a:t>
            </a:r>
            <a:r>
              <a:rPr lang="en-GB" sz="2000" dirty="0">
                <a:latin typeface="Abadi" panose="020B0604020104020204" pitchFamily="34" charset="0"/>
              </a:rPr>
              <a:t> you </a:t>
            </a:r>
            <a:r>
              <a:rPr lang="en-DE" sz="2000" dirty="0">
                <a:latin typeface="Abadi" panose="020B0604020104020204" pitchFamily="34" charset="0"/>
              </a:rPr>
              <a:t>look at the data</a:t>
            </a:r>
            <a:endParaRPr lang="en-GB" sz="2000" dirty="0">
              <a:latin typeface="Abadi" panose="020B0604020104020204" pitchFamily="34" charset="0"/>
            </a:endParaRPr>
          </a:p>
          <a:p>
            <a:r>
              <a:rPr lang="en-GB" sz="2000" dirty="0">
                <a:latin typeface="Abadi" panose="020B0604020104020204" pitchFamily="34" charset="0"/>
              </a:rPr>
              <a:t>Store this plan in a </a:t>
            </a:r>
            <a:r>
              <a:rPr lang="en-GB" sz="2000" dirty="0">
                <a:solidFill>
                  <a:srgbClr val="C00000"/>
                </a:solidFill>
                <a:latin typeface="Abadi" panose="020B0604020104020204" pitchFamily="34" charset="0"/>
              </a:rPr>
              <a:t>date-stamped, </a:t>
            </a:r>
            <a:r>
              <a:rPr lang="en-GB" sz="2000" dirty="0" err="1">
                <a:solidFill>
                  <a:srgbClr val="C00000"/>
                </a:solidFill>
                <a:latin typeface="Abadi" panose="020B0604020104020204" pitchFamily="34" charset="0"/>
              </a:rPr>
              <a:t>uneditable</a:t>
            </a:r>
            <a:r>
              <a:rPr lang="en-GB" sz="2000" dirty="0">
                <a:solidFill>
                  <a:srgbClr val="C00000"/>
                </a:solidFill>
                <a:latin typeface="Abadi" panose="020B0604020104020204" pitchFamily="34" charset="0"/>
              </a:rPr>
              <a:t> </a:t>
            </a:r>
            <a:r>
              <a:rPr lang="en-GB" sz="2000" dirty="0">
                <a:latin typeface="Abadi" panose="020B0604020104020204" pitchFamily="34" charset="0"/>
              </a:rPr>
              <a:t>file in a secure </a:t>
            </a:r>
            <a:r>
              <a:rPr lang="en-DE" sz="2000" dirty="0">
                <a:latin typeface="Abadi" panose="020B0604020104020204" pitchFamily="34" charset="0"/>
              </a:rPr>
              <a:t>online archive</a:t>
            </a:r>
            <a:endParaRPr lang="en-GB" sz="2000" dirty="0">
              <a:latin typeface="Abadi" panose="020B0604020104020204" pitchFamily="34" charset="0"/>
            </a:endParaRPr>
          </a:p>
          <a:p>
            <a:pPr>
              <a:spcAft>
                <a:spcPts val="1200"/>
              </a:spcAft>
            </a:pPr>
            <a:r>
              <a:rPr lang="en-GB" sz="2000" dirty="0">
                <a:latin typeface="Abadi" panose="020B0604020104020204" pitchFamily="34" charset="0"/>
              </a:rPr>
              <a:t>Allow others to access &amp; evaluate this pre-registered plan</a:t>
            </a:r>
          </a:p>
          <a:p>
            <a:pPr marL="0" indent="0" algn="ctr">
              <a:spcAft>
                <a:spcPts val="1200"/>
              </a:spcAft>
              <a:buNone/>
            </a:pPr>
            <a:r>
              <a:rPr lang="en-GB" sz="2000" dirty="0">
                <a:latin typeface="Abadi" panose="020B0604020104020204" pitchFamily="34" charset="0"/>
                <a:ea typeface="Calibri" panose="020F0502020204030204" pitchFamily="34" charset="0"/>
                <a:cs typeface="Calibri" panose="020F0502020204030204" pitchFamily="34" charset="0"/>
              </a:rPr>
              <a:t>↓</a:t>
            </a:r>
          </a:p>
          <a:p>
            <a:pPr marL="0" indent="0" algn="ctr">
              <a:buNone/>
            </a:pPr>
            <a:r>
              <a:rPr lang="en-GB" sz="2000" dirty="0">
                <a:latin typeface="Abadi" panose="020B0604020104020204" pitchFamily="34" charset="0"/>
              </a:rPr>
              <a:t>The purpose is to make clear what you set out to do (</a:t>
            </a:r>
            <a:r>
              <a:rPr lang="en-GB" sz="2000" dirty="0">
                <a:solidFill>
                  <a:srgbClr val="C00000"/>
                </a:solidFill>
                <a:latin typeface="Abadi" panose="020B0604020104020204" pitchFamily="34" charset="0"/>
              </a:rPr>
              <a:t>confirmation</a:t>
            </a:r>
            <a:r>
              <a:rPr lang="en-GB" sz="2000" dirty="0">
                <a:latin typeface="Abadi" panose="020B0604020104020204" pitchFamily="34" charset="0"/>
              </a:rPr>
              <a:t>) &amp; </a:t>
            </a:r>
          </a:p>
          <a:p>
            <a:pPr marL="0" indent="0" algn="ctr">
              <a:buNone/>
            </a:pPr>
            <a:r>
              <a:rPr lang="en-GB" sz="2000" dirty="0">
                <a:latin typeface="Abadi" panose="020B0604020104020204" pitchFamily="34" charset="0"/>
              </a:rPr>
              <a:t>what was discovered along the way (</a:t>
            </a:r>
            <a:r>
              <a:rPr lang="en-GB" sz="2000" dirty="0">
                <a:solidFill>
                  <a:srgbClr val="C00000"/>
                </a:solidFill>
                <a:latin typeface="Abadi" panose="020B0604020104020204" pitchFamily="34" charset="0"/>
              </a:rPr>
              <a:t>exploration</a:t>
            </a:r>
            <a:r>
              <a:rPr lang="en-GB" sz="2000" dirty="0">
                <a:latin typeface="Abadi" panose="020B0604020104020204" pitchFamily="34" charset="0"/>
              </a:rPr>
              <a:t>)</a:t>
            </a:r>
            <a:endParaRPr lang="en-DE" sz="2000" dirty="0">
              <a:latin typeface="Abadi" panose="020B0604020104020204" pitchFamily="34" charset="0"/>
            </a:endParaRPr>
          </a:p>
        </p:txBody>
      </p:sp>
      <p:pic>
        <p:nvPicPr>
          <p:cNvPr id="4" name="Graphic 3" descr="Blueprint outline">
            <a:extLst>
              <a:ext uri="{FF2B5EF4-FFF2-40B4-BE49-F238E27FC236}">
                <a16:creationId xmlns:a16="http://schemas.microsoft.com/office/drawing/2014/main" id="{D635B77B-1552-39C6-D807-0F89CCBBB8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86648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DAE7A-261C-CD2E-7C09-C6322FB9E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5DA70-723F-3314-1FD0-283BE0D5AE37}"/>
              </a:ext>
            </a:extLst>
          </p:cNvPr>
          <p:cNvSpPr>
            <a:spLocks noGrp="1"/>
          </p:cNvSpPr>
          <p:nvPr>
            <p:ph type="title"/>
          </p:nvPr>
        </p:nvSpPr>
        <p:spPr/>
        <p:txBody>
          <a:bodyPr/>
          <a:lstStyle/>
          <a:p>
            <a:r>
              <a:rPr lang="de-DE" dirty="0">
                <a:solidFill>
                  <a:srgbClr val="C00000"/>
                </a:solidFill>
                <a:latin typeface="Abadi" panose="020B0604020104020204" pitchFamily="34" charset="0"/>
              </a:rPr>
              <a:t>What</a:t>
            </a:r>
            <a:r>
              <a:rPr lang="de-DE" dirty="0">
                <a:latin typeface="Abadi" panose="020B0604020104020204" pitchFamily="34" charset="0"/>
              </a:rPr>
              <a:t> shall I pre-register?</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4E196E09-DD93-C1F8-1284-AFA890DBC93A}"/>
              </a:ext>
            </a:extLst>
          </p:cNvPr>
          <p:cNvSpPr>
            <a:spLocks noGrp="1"/>
          </p:cNvSpPr>
          <p:nvPr>
            <p:ph idx="1"/>
          </p:nvPr>
        </p:nvSpPr>
        <p:spPr>
          <a:xfrm>
            <a:off x="838200" y="1825625"/>
            <a:ext cx="10515600" cy="4351338"/>
          </a:xfrm>
        </p:spPr>
        <p:txBody>
          <a:bodyPr>
            <a:noAutofit/>
          </a:bodyPr>
          <a:lstStyle/>
          <a:p>
            <a:pPr marL="457200" indent="-457200" algn="just">
              <a:spcBef>
                <a:spcPts val="0"/>
              </a:spcBef>
              <a:spcAft>
                <a:spcPts val="1200"/>
              </a:spcAft>
              <a:buAutoNum type="arabicPeriod"/>
            </a:pPr>
            <a:r>
              <a:rPr lang="de-DE" sz="2000" dirty="0">
                <a:latin typeface="Abadi" panose="020B0604020104020204" pitchFamily="34" charset="0"/>
              </a:rPr>
              <a:t>What is the study about &amp; what are your </a:t>
            </a:r>
            <a:r>
              <a:rPr lang="de-DE" sz="2000" dirty="0">
                <a:solidFill>
                  <a:srgbClr val="C00000"/>
                </a:solidFill>
                <a:latin typeface="Abadi" panose="020B0604020104020204" pitchFamily="34" charset="0"/>
              </a:rPr>
              <a:t>hypotheses</a:t>
            </a:r>
            <a:r>
              <a:rPr lang="de-DE" sz="2000" dirty="0">
                <a:latin typeface="Abadi" panose="020B0604020104020204" pitchFamily="34" charset="0"/>
              </a:rPr>
              <a:t>?</a:t>
            </a:r>
          </a:p>
          <a:p>
            <a:pPr marL="457200" indent="-457200" algn="just">
              <a:spcBef>
                <a:spcPts val="0"/>
              </a:spcBef>
              <a:spcAft>
                <a:spcPts val="1200"/>
              </a:spcAft>
              <a:buAutoNum type="arabicPeriod"/>
            </a:pPr>
            <a:r>
              <a:rPr lang="de-DE" sz="2000" dirty="0">
                <a:latin typeface="Abadi" panose="020B0604020104020204" pitchFamily="34" charset="0"/>
              </a:rPr>
              <a:t>What are your </a:t>
            </a:r>
            <a:r>
              <a:rPr lang="de-DE" sz="2000" dirty="0">
                <a:solidFill>
                  <a:srgbClr val="C00000"/>
                </a:solidFill>
                <a:latin typeface="Abadi" panose="020B0604020104020204" pitchFamily="34" charset="0"/>
              </a:rPr>
              <a:t>dependent variables </a:t>
            </a:r>
            <a:r>
              <a:rPr lang="de-DE" sz="2000" dirty="0">
                <a:latin typeface="Abadi" panose="020B0604020104020204" pitchFamily="34" charset="0"/>
              </a:rPr>
              <a:t>&amp; how will they be measured?</a:t>
            </a:r>
          </a:p>
          <a:p>
            <a:pPr marL="457200" indent="-457200" algn="just">
              <a:spcBef>
                <a:spcPts val="0"/>
              </a:spcBef>
              <a:spcAft>
                <a:spcPts val="1200"/>
              </a:spcAft>
              <a:buAutoNum type="arabicPeriod"/>
            </a:pPr>
            <a:r>
              <a:rPr lang="de-DE" sz="2000" dirty="0">
                <a:latin typeface="Abadi" panose="020B0604020104020204" pitchFamily="34" charset="0"/>
              </a:rPr>
              <a:t>What </a:t>
            </a:r>
            <a:r>
              <a:rPr lang="de-DE" sz="2000" dirty="0">
                <a:solidFill>
                  <a:srgbClr val="C00000"/>
                </a:solidFill>
                <a:latin typeface="Abadi" panose="020B0604020104020204" pitchFamily="34" charset="0"/>
              </a:rPr>
              <a:t>conditions</a:t>
            </a:r>
            <a:r>
              <a:rPr lang="de-DE" sz="2000" dirty="0">
                <a:latin typeface="Abadi" panose="020B0604020104020204" pitchFamily="34" charset="0"/>
              </a:rPr>
              <a:t> will the participants be assigned to?</a:t>
            </a:r>
          </a:p>
          <a:p>
            <a:pPr marL="457200" indent="-457200" algn="just">
              <a:spcBef>
                <a:spcPts val="0"/>
              </a:spcBef>
              <a:spcAft>
                <a:spcPts val="1200"/>
              </a:spcAft>
              <a:buAutoNum type="arabicPeriod"/>
            </a:pPr>
            <a:r>
              <a:rPr lang="de-DE" sz="2000" dirty="0">
                <a:latin typeface="Abadi" panose="020B0604020104020204" pitchFamily="34" charset="0"/>
              </a:rPr>
              <a:t>Which </a:t>
            </a:r>
            <a:r>
              <a:rPr lang="de-DE" sz="2000" dirty="0">
                <a:solidFill>
                  <a:srgbClr val="C00000"/>
                </a:solidFill>
                <a:latin typeface="Abadi" panose="020B0604020104020204" pitchFamily="34" charset="0"/>
              </a:rPr>
              <a:t>analyses</a:t>
            </a:r>
            <a:r>
              <a:rPr lang="de-DE" sz="2000" dirty="0">
                <a:latin typeface="Abadi" panose="020B0604020104020204" pitchFamily="34" charset="0"/>
              </a:rPr>
              <a:t> are you planning to conduct?</a:t>
            </a:r>
          </a:p>
          <a:p>
            <a:pPr marL="457200" indent="-457200" algn="just">
              <a:spcBef>
                <a:spcPts val="0"/>
              </a:spcBef>
              <a:spcAft>
                <a:spcPts val="1200"/>
              </a:spcAft>
              <a:buAutoNum type="arabicPeriod"/>
            </a:pPr>
            <a:r>
              <a:rPr lang="de-DE" sz="2000" dirty="0">
                <a:latin typeface="Abadi" panose="020B0604020104020204" pitchFamily="34" charset="0"/>
              </a:rPr>
              <a:t>Will there be any data </a:t>
            </a:r>
            <a:r>
              <a:rPr lang="de-DE" sz="2000" dirty="0">
                <a:solidFill>
                  <a:srgbClr val="C00000"/>
                </a:solidFill>
                <a:latin typeface="Abadi" panose="020B0604020104020204" pitchFamily="34" charset="0"/>
              </a:rPr>
              <a:t>exclusions</a:t>
            </a:r>
            <a:r>
              <a:rPr lang="de-DE" sz="2000" dirty="0">
                <a:latin typeface="Abadi" panose="020B0604020104020204" pitchFamily="34" charset="0"/>
              </a:rPr>
              <a:t>? Why?</a:t>
            </a:r>
          </a:p>
          <a:p>
            <a:pPr marL="457200" indent="-457200" algn="just">
              <a:spcBef>
                <a:spcPts val="0"/>
              </a:spcBef>
              <a:spcAft>
                <a:spcPts val="1200"/>
              </a:spcAft>
              <a:buAutoNum type="arabicPeriod"/>
            </a:pPr>
            <a:r>
              <a:rPr lang="de-DE" sz="2000" dirty="0">
                <a:latin typeface="Abadi" panose="020B0604020104020204" pitchFamily="34" charset="0"/>
              </a:rPr>
              <a:t>What </a:t>
            </a:r>
            <a:r>
              <a:rPr lang="de-DE" sz="2000" dirty="0">
                <a:solidFill>
                  <a:srgbClr val="C00000"/>
                </a:solidFill>
                <a:latin typeface="Abadi" panose="020B0604020104020204" pitchFamily="34" charset="0"/>
              </a:rPr>
              <a:t>sample size </a:t>
            </a:r>
            <a:r>
              <a:rPr lang="de-DE" sz="2000" dirty="0">
                <a:latin typeface="Abadi" panose="020B0604020104020204" pitchFamily="34" charset="0"/>
              </a:rPr>
              <a:t>are you aiming for?</a:t>
            </a:r>
          </a:p>
          <a:p>
            <a:pPr marL="457200" indent="-457200" algn="just">
              <a:spcBef>
                <a:spcPts val="0"/>
              </a:spcBef>
              <a:spcAft>
                <a:spcPts val="1200"/>
              </a:spcAft>
              <a:buAutoNum type="arabicPeriod"/>
            </a:pPr>
            <a:endParaRPr lang="de-DE" sz="2000" dirty="0">
              <a:latin typeface="Abadi" panose="020B0604020104020204" pitchFamily="34" charset="0"/>
            </a:endParaRPr>
          </a:p>
          <a:p>
            <a:pPr marL="0" indent="0" algn="ctr">
              <a:spcBef>
                <a:spcPts val="0"/>
              </a:spcBef>
              <a:spcAft>
                <a:spcPts val="600"/>
              </a:spcAft>
              <a:buNone/>
            </a:pPr>
            <a:endParaRPr lang="en-GB" sz="2000" dirty="0">
              <a:latin typeface="Abadi" panose="020B0604020104020204" pitchFamily="34" charset="0"/>
            </a:endParaRPr>
          </a:p>
          <a:p>
            <a:pPr marL="0" indent="0" algn="ctr">
              <a:spcBef>
                <a:spcPts val="0"/>
              </a:spcBef>
              <a:spcAft>
                <a:spcPts val="600"/>
              </a:spcAft>
              <a:buNone/>
            </a:pPr>
            <a:r>
              <a:rPr lang="en-GB" sz="2000" dirty="0">
                <a:latin typeface="Abadi" panose="020B0604020104020204" pitchFamily="34" charset="0"/>
              </a:rPr>
              <a:t>Remember that you should make these decisions before running your study </a:t>
            </a:r>
            <a:r>
              <a:rPr lang="en-GB" sz="2000" dirty="0">
                <a:solidFill>
                  <a:srgbClr val="C00000"/>
                </a:solidFill>
                <a:latin typeface="Abadi" panose="020B0604020104020204" pitchFamily="34" charset="0"/>
              </a:rPr>
              <a:t>anyway</a:t>
            </a:r>
            <a:r>
              <a:rPr lang="en-GB" sz="2000" dirty="0">
                <a:latin typeface="Abadi" panose="020B0604020104020204" pitchFamily="34" charset="0"/>
              </a:rPr>
              <a:t>, </a:t>
            </a:r>
          </a:p>
          <a:p>
            <a:pPr marL="0" indent="0" algn="ctr">
              <a:spcBef>
                <a:spcPts val="0"/>
              </a:spcBef>
              <a:spcAft>
                <a:spcPts val="1200"/>
              </a:spcAft>
              <a:buNone/>
            </a:pPr>
            <a:r>
              <a:rPr lang="en-GB" sz="2000" dirty="0">
                <a:latin typeface="Abadi" panose="020B0604020104020204" pitchFamily="34" charset="0"/>
              </a:rPr>
              <a:t>pre-registration simply documents them!</a:t>
            </a:r>
          </a:p>
          <a:p>
            <a:pPr marL="0" indent="0" algn="just">
              <a:spcBef>
                <a:spcPts val="0"/>
              </a:spcBef>
              <a:spcAft>
                <a:spcPts val="1200"/>
              </a:spcAft>
              <a:buNone/>
            </a:pPr>
            <a:endParaRPr lang="de-DE" sz="2000" dirty="0">
              <a:latin typeface="Abadi" panose="020B0604020104020204" pitchFamily="34" charset="0"/>
            </a:endParaRPr>
          </a:p>
        </p:txBody>
      </p:sp>
      <p:pic>
        <p:nvPicPr>
          <p:cNvPr id="4" name="Graphic 3" descr="Bookmark with solid fill">
            <a:extLst>
              <a:ext uri="{FF2B5EF4-FFF2-40B4-BE49-F238E27FC236}">
                <a16:creationId xmlns:a16="http://schemas.microsoft.com/office/drawing/2014/main" id="{0BEFB298-C783-83B0-CC54-F3B8D354E8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472" y="5218656"/>
            <a:ext cx="517357" cy="363494"/>
          </a:xfrm>
          <a:prstGeom prst="rect">
            <a:avLst/>
          </a:prstGeom>
        </p:spPr>
      </p:pic>
      <p:pic>
        <p:nvPicPr>
          <p:cNvPr id="5" name="Graphic 4" descr="Blueprint outline">
            <a:extLst>
              <a:ext uri="{FF2B5EF4-FFF2-40B4-BE49-F238E27FC236}">
                <a16:creationId xmlns:a16="http://schemas.microsoft.com/office/drawing/2014/main" id="{0A5FE399-4296-BD38-FA46-19B51996805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70192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4DBEA-8FCC-28CD-5E17-0DB80F6CB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5318D-FF9D-7382-1EF7-DB7BDD34F0D3}"/>
              </a:ext>
            </a:extLst>
          </p:cNvPr>
          <p:cNvSpPr>
            <a:spLocks noGrp="1"/>
          </p:cNvSpPr>
          <p:nvPr>
            <p:ph type="title"/>
          </p:nvPr>
        </p:nvSpPr>
        <p:spPr/>
        <p:txBody>
          <a:bodyPr/>
          <a:lstStyle/>
          <a:p>
            <a:r>
              <a:rPr lang="de-DE" dirty="0">
                <a:solidFill>
                  <a:srgbClr val="C00000"/>
                </a:solidFill>
                <a:latin typeface="Abadi" panose="020B0604020104020204" pitchFamily="34" charset="0"/>
              </a:rPr>
              <a:t>How detailed</a:t>
            </a:r>
            <a:r>
              <a:rPr lang="de-DE" dirty="0">
                <a:latin typeface="Abadi" panose="020B0604020104020204" pitchFamily="34" charset="0"/>
              </a:rPr>
              <a:t> should it be?</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24344069-E890-6354-448C-BC50EF4384BC}"/>
              </a:ext>
            </a:extLst>
          </p:cNvPr>
          <p:cNvSpPr>
            <a:spLocks noGrp="1"/>
          </p:cNvSpPr>
          <p:nvPr>
            <p:ph idx="1"/>
          </p:nvPr>
        </p:nvSpPr>
        <p:spPr>
          <a:xfrm>
            <a:off x="838200" y="1825625"/>
            <a:ext cx="10515600" cy="4351338"/>
          </a:xfrm>
        </p:spPr>
        <p:txBody>
          <a:bodyPr>
            <a:noAutofit/>
          </a:bodyPr>
          <a:lstStyle/>
          <a:p>
            <a:pPr marL="0" indent="0" algn="ctr">
              <a:spcBef>
                <a:spcPts val="0"/>
              </a:spcBef>
              <a:spcAft>
                <a:spcPts val="1200"/>
              </a:spcAft>
              <a:buNone/>
            </a:pPr>
            <a:r>
              <a:rPr lang="de-DE" sz="2000" dirty="0">
                <a:latin typeface="Abadi" panose="020B0604020104020204" pitchFamily="34" charset="0"/>
              </a:rPr>
              <a:t>Take the perspective of your future audience!</a:t>
            </a:r>
          </a:p>
          <a:p>
            <a:pPr marL="0" indent="0" algn="ctr">
              <a:spcBef>
                <a:spcPts val="0"/>
              </a:spcBef>
              <a:spcAft>
                <a:spcPts val="600"/>
              </a:spcAft>
              <a:buNone/>
            </a:pPr>
            <a:endParaRPr lang="en-GB" sz="2000" dirty="0">
              <a:latin typeface="Abadi" panose="020B0604020104020204" pitchFamily="34" charset="0"/>
            </a:endParaRPr>
          </a:p>
          <a:p>
            <a:r>
              <a:rPr lang="en-GB" sz="2000" dirty="0">
                <a:latin typeface="Abadi" panose="020B0604020104020204" pitchFamily="34" charset="0"/>
              </a:rPr>
              <a:t>What would </a:t>
            </a:r>
            <a:r>
              <a:rPr lang="en-GB" sz="2000" dirty="0">
                <a:solidFill>
                  <a:srgbClr val="C00000"/>
                </a:solidFill>
                <a:latin typeface="Abadi" panose="020B0604020104020204" pitchFamily="34" charset="0"/>
              </a:rPr>
              <a:t>you</a:t>
            </a:r>
            <a:r>
              <a:rPr lang="en-GB" sz="2000" dirty="0">
                <a:latin typeface="Abadi" panose="020B0604020104020204" pitchFamily="34" charset="0"/>
              </a:rPr>
              <a:t> need to know to understand a study’s </a:t>
            </a:r>
            <a:r>
              <a:rPr lang="en-DE" sz="2000" dirty="0">
                <a:latin typeface="Abadi" panose="020B0604020104020204" pitchFamily="34" charset="0"/>
              </a:rPr>
              <a:t>rationale, methods, &amp; analysis?</a:t>
            </a:r>
            <a:endParaRPr lang="en-GB" sz="2000" dirty="0">
              <a:latin typeface="Abadi" panose="020B0604020104020204" pitchFamily="34" charset="0"/>
            </a:endParaRPr>
          </a:p>
          <a:p>
            <a:r>
              <a:rPr lang="en-GB" sz="2000" dirty="0">
                <a:latin typeface="Abadi" panose="020B0604020104020204" pitchFamily="34" charset="0"/>
              </a:rPr>
              <a:t>Remember that your reader may not be an expert in the field</a:t>
            </a:r>
          </a:p>
          <a:p>
            <a:r>
              <a:rPr lang="en-GB" sz="2000" dirty="0">
                <a:solidFill>
                  <a:srgbClr val="C00000"/>
                </a:solidFill>
                <a:latin typeface="Abadi" panose="020B0604020104020204" pitchFamily="34" charset="0"/>
              </a:rPr>
              <a:t>Don’t go overboard</a:t>
            </a:r>
            <a:r>
              <a:rPr lang="en-GB" sz="2000" dirty="0">
                <a:latin typeface="Abadi" panose="020B0604020104020204" pitchFamily="34" charset="0"/>
              </a:rPr>
              <a:t>: pre-reg will </a:t>
            </a:r>
            <a:r>
              <a:rPr lang="en-GB" sz="2000" i="1" dirty="0">
                <a:latin typeface="Abadi" panose="020B0604020104020204" pitchFamily="34" charset="0"/>
              </a:rPr>
              <a:t>accompany</a:t>
            </a:r>
            <a:r>
              <a:rPr lang="en-GB" sz="2000" dirty="0">
                <a:latin typeface="Abadi" panose="020B0604020104020204" pitchFamily="34" charset="0"/>
              </a:rPr>
              <a:t> your paper &amp; code, not replace them</a:t>
            </a:r>
          </a:p>
          <a:p>
            <a:pPr marL="0" indent="0">
              <a:buNone/>
            </a:pPr>
            <a:endParaRPr lang="en-GB" sz="2000" dirty="0">
              <a:latin typeface="Abadi" panose="020B0604020104020204" pitchFamily="34" charset="0"/>
            </a:endParaRPr>
          </a:p>
          <a:p>
            <a:r>
              <a:rPr lang="en-GB" sz="2000" dirty="0">
                <a:latin typeface="Abadi" panose="020B0604020104020204" pitchFamily="34" charset="0"/>
              </a:rPr>
              <a:t>Only pre-register things you are </a:t>
            </a:r>
            <a:r>
              <a:rPr lang="en-GB" sz="2000" dirty="0">
                <a:solidFill>
                  <a:srgbClr val="C00000"/>
                </a:solidFill>
                <a:latin typeface="Abadi" panose="020B0604020104020204" pitchFamily="34" charset="0"/>
              </a:rPr>
              <a:t>sure</a:t>
            </a:r>
            <a:r>
              <a:rPr lang="en-GB" sz="2000" dirty="0">
                <a:latin typeface="Abadi" panose="020B0604020104020204" pitchFamily="34" charset="0"/>
              </a:rPr>
              <a:t> about</a:t>
            </a:r>
          </a:p>
          <a:p>
            <a:r>
              <a:rPr lang="en-GB" sz="2000" dirty="0">
                <a:latin typeface="Abadi" panose="020B0604020104020204" pitchFamily="34" charset="0"/>
              </a:rPr>
              <a:t>If unsure now, explain how &amp; when the decision will be made</a:t>
            </a:r>
          </a:p>
          <a:p>
            <a:endParaRPr lang="de-DE" sz="2000" dirty="0">
              <a:latin typeface="Abadi" panose="020B0604020104020204" pitchFamily="34" charset="0"/>
            </a:endParaRPr>
          </a:p>
        </p:txBody>
      </p:sp>
      <p:pic>
        <p:nvPicPr>
          <p:cNvPr id="4" name="Graphic 3" descr="Bookmark with solid fill">
            <a:extLst>
              <a:ext uri="{FF2B5EF4-FFF2-40B4-BE49-F238E27FC236}">
                <a16:creationId xmlns:a16="http://schemas.microsoft.com/office/drawing/2014/main" id="{BBA13933-B305-AF41-754D-F863B2E3B5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20363" y="1825625"/>
            <a:ext cx="517357" cy="363494"/>
          </a:xfrm>
          <a:prstGeom prst="rect">
            <a:avLst/>
          </a:prstGeom>
        </p:spPr>
      </p:pic>
      <p:pic>
        <p:nvPicPr>
          <p:cNvPr id="5" name="Graphic 4" descr="Blueprint outline">
            <a:extLst>
              <a:ext uri="{FF2B5EF4-FFF2-40B4-BE49-F238E27FC236}">
                <a16:creationId xmlns:a16="http://schemas.microsoft.com/office/drawing/2014/main" id="{5DBA4402-FD59-62AC-7A2E-6591EE5058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16348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2BC33-4105-2697-EE75-F2C347291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460FB-731C-ED21-9BD6-71C3C4B035B1}"/>
              </a:ext>
            </a:extLst>
          </p:cNvPr>
          <p:cNvSpPr>
            <a:spLocks noGrp="1"/>
          </p:cNvSpPr>
          <p:nvPr>
            <p:ph type="title"/>
          </p:nvPr>
        </p:nvSpPr>
        <p:spPr/>
        <p:txBody>
          <a:bodyPr/>
          <a:lstStyle/>
          <a:p>
            <a:r>
              <a:rPr lang="de-DE" dirty="0">
                <a:solidFill>
                  <a:srgbClr val="C00000"/>
                </a:solidFill>
                <a:latin typeface="Abadi" panose="020B0604020104020204" pitchFamily="34" charset="0"/>
              </a:rPr>
              <a:t>Where </a:t>
            </a:r>
            <a:r>
              <a:rPr lang="de-DE" dirty="0">
                <a:latin typeface="Abadi" panose="020B0604020104020204" pitchFamily="34" charset="0"/>
              </a:rPr>
              <a:t>shall I pre-register?</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E6562D0D-ACE6-EA0C-178A-DA57E53B6ACF}"/>
              </a:ext>
            </a:extLst>
          </p:cNvPr>
          <p:cNvSpPr>
            <a:spLocks noGrp="1"/>
          </p:cNvSpPr>
          <p:nvPr>
            <p:ph idx="1"/>
          </p:nvPr>
        </p:nvSpPr>
        <p:spPr>
          <a:xfrm>
            <a:off x="838200" y="1825625"/>
            <a:ext cx="10515600" cy="4351338"/>
          </a:xfrm>
        </p:spPr>
        <p:txBody>
          <a:bodyPr>
            <a:noAutofit/>
          </a:bodyPr>
          <a:lstStyle/>
          <a:p>
            <a:r>
              <a:rPr lang="en-DE" sz="2000" dirty="0" err="1">
                <a:solidFill>
                  <a:srgbClr val="C00000"/>
                </a:solidFill>
                <a:latin typeface="Abadi" panose="020B0604020104020204" pitchFamily="34" charset="0"/>
              </a:rPr>
              <a:t>AsPredicted</a:t>
            </a:r>
            <a:r>
              <a:rPr lang="en-DE" sz="2000" dirty="0">
                <a:latin typeface="Abadi" panose="020B0604020104020204" pitchFamily="34" charset="0"/>
              </a:rPr>
              <a:t>: </a:t>
            </a:r>
            <a:r>
              <a:rPr lang="en-DE" sz="2000" dirty="0">
                <a:latin typeface="Abadi" panose="020B0604020104020204" pitchFamily="34" charset="0"/>
                <a:hlinkClick r:id="rId3"/>
              </a:rPr>
              <a:t>http://aspredicted.org/</a:t>
            </a:r>
            <a:r>
              <a:rPr lang="en-GB" sz="2000" dirty="0">
                <a:latin typeface="Abadi" panose="020B0604020104020204" pitchFamily="34" charset="0"/>
              </a:rPr>
              <a:t> </a:t>
            </a:r>
            <a:endParaRPr lang="en-DE" sz="2000" dirty="0">
              <a:latin typeface="Abadi" panose="020B0604020104020204" pitchFamily="34" charset="0"/>
            </a:endParaRPr>
          </a:p>
          <a:p>
            <a:pPr lvl="1"/>
            <a:r>
              <a:rPr lang="en-GB" sz="1800" dirty="0">
                <a:latin typeface="Abadi" panose="020B0604020104020204" pitchFamily="34" charset="0"/>
              </a:rPr>
              <a:t>9 questions about the research design &amp; analyses</a:t>
            </a:r>
          </a:p>
          <a:p>
            <a:pPr lvl="1">
              <a:spcAft>
                <a:spcPts val="1200"/>
              </a:spcAft>
            </a:pPr>
            <a:r>
              <a:rPr lang="en-GB" sz="1800" dirty="0">
                <a:latin typeface="Abadi" panose="020B0604020104020204" pitchFamily="34" charset="0"/>
              </a:rPr>
              <a:t>Can do a mock pre-registration that will self-destroy after 24h</a:t>
            </a:r>
          </a:p>
          <a:p>
            <a:r>
              <a:rPr lang="en-GB" sz="2000" dirty="0">
                <a:solidFill>
                  <a:srgbClr val="C00000"/>
                </a:solidFill>
                <a:latin typeface="Abadi" panose="020B0604020104020204" pitchFamily="34" charset="0"/>
              </a:rPr>
              <a:t>Open Science Framework</a:t>
            </a:r>
            <a:r>
              <a:rPr lang="en-GB" sz="2000" dirty="0">
                <a:latin typeface="Abadi" panose="020B0604020104020204" pitchFamily="34" charset="0"/>
              </a:rPr>
              <a:t>: </a:t>
            </a:r>
            <a:r>
              <a:rPr lang="en-GB" sz="2000" dirty="0">
                <a:latin typeface="Abadi" panose="020B0604020104020204" pitchFamily="34" charset="0"/>
                <a:hlinkClick r:id="rId4"/>
              </a:rPr>
              <a:t>https://osf.io/</a:t>
            </a:r>
            <a:r>
              <a:rPr lang="en-GB" sz="2000" dirty="0">
                <a:latin typeface="Abadi" panose="020B0604020104020204" pitchFamily="34" charset="0"/>
              </a:rPr>
              <a:t>  </a:t>
            </a:r>
          </a:p>
          <a:p>
            <a:pPr lvl="1"/>
            <a:r>
              <a:rPr lang="en-GB" sz="1800" dirty="0">
                <a:latin typeface="Abadi" panose="020B0604020104020204" pitchFamily="34" charset="0"/>
              </a:rPr>
              <a:t>Many templates available but can be open-ended</a:t>
            </a:r>
          </a:p>
          <a:p>
            <a:pPr lvl="1">
              <a:spcAft>
                <a:spcPts val="1200"/>
              </a:spcAft>
            </a:pPr>
            <a:r>
              <a:rPr lang="en-GB" sz="1800" dirty="0">
                <a:latin typeface="Abadi" panose="020B0604020104020204" pitchFamily="34" charset="0"/>
              </a:rPr>
              <a:t>Templates for both quantitative &amp; qualitative studies</a:t>
            </a:r>
          </a:p>
          <a:p>
            <a:r>
              <a:rPr lang="en-GB" sz="2000" dirty="0">
                <a:solidFill>
                  <a:srgbClr val="C00000"/>
                </a:solidFill>
                <a:latin typeface="Abadi" panose="020B0604020104020204" pitchFamily="34" charset="0"/>
              </a:rPr>
              <a:t>Clinical trials</a:t>
            </a:r>
          </a:p>
          <a:p>
            <a:pPr lvl="1"/>
            <a:r>
              <a:rPr lang="en-GB" sz="1800" dirty="0">
                <a:latin typeface="Abadi" panose="020B0604020104020204" pitchFamily="34" charset="0"/>
                <a:hlinkClick r:id="rId5"/>
              </a:rPr>
              <a:t>https://www.isrctn.com/</a:t>
            </a:r>
            <a:r>
              <a:rPr lang="en-GB" sz="1800" dirty="0">
                <a:latin typeface="Abadi" panose="020B0604020104020204" pitchFamily="34" charset="0"/>
              </a:rPr>
              <a:t> OR </a:t>
            </a:r>
            <a:r>
              <a:rPr lang="en-GB" sz="1800" dirty="0">
                <a:latin typeface="Abadi" panose="020B0604020104020204" pitchFamily="34" charset="0"/>
                <a:hlinkClick r:id="rId6"/>
              </a:rPr>
              <a:t>https://clinicaltrials.gov/</a:t>
            </a:r>
            <a:r>
              <a:rPr lang="en-GB" sz="1800" dirty="0">
                <a:latin typeface="Abadi" panose="020B0604020104020204" pitchFamily="34" charset="0"/>
              </a:rPr>
              <a:t> </a:t>
            </a:r>
            <a:endParaRPr lang="en-GB" dirty="0">
              <a:latin typeface="Abadi" panose="020B0604020104020204" pitchFamily="34" charset="0"/>
            </a:endParaRPr>
          </a:p>
          <a:p>
            <a:endParaRPr lang="en-GB" sz="2000" dirty="0">
              <a:latin typeface="Abadi" panose="020B0604020104020204" pitchFamily="34" charset="0"/>
            </a:endParaRPr>
          </a:p>
          <a:p>
            <a:r>
              <a:rPr lang="en-DE" sz="2000" dirty="0">
                <a:latin typeface="Abadi" panose="020B0604020104020204" pitchFamily="34" charset="0"/>
              </a:rPr>
              <a:t>Detailed guidelines available</a:t>
            </a:r>
          </a:p>
          <a:p>
            <a:r>
              <a:rPr lang="en-GB" sz="2000" dirty="0">
                <a:latin typeface="Abadi" panose="020B0604020104020204" pitchFamily="34" charset="0"/>
              </a:rPr>
              <a:t>Remains private (embargoed) for as long as needed</a:t>
            </a:r>
          </a:p>
          <a:p>
            <a:r>
              <a:rPr lang="en-GB" sz="2000" dirty="0">
                <a:latin typeface="Abadi" panose="020B0604020104020204" pitchFamily="34" charset="0"/>
              </a:rPr>
              <a:t>View-only links &amp; anonymous versions for reviewers</a:t>
            </a:r>
            <a:endParaRPr lang="de-DE" sz="2000" dirty="0">
              <a:latin typeface="Abadi" panose="020B0604020104020204" pitchFamily="34" charset="0"/>
            </a:endParaRPr>
          </a:p>
        </p:txBody>
      </p:sp>
      <p:pic>
        <p:nvPicPr>
          <p:cNvPr id="5" name="Picture 2" descr="GitHub - CenterForOpenScience/osf.io ...">
            <a:extLst>
              <a:ext uri="{FF2B5EF4-FFF2-40B4-BE49-F238E27FC236}">
                <a16:creationId xmlns:a16="http://schemas.microsoft.com/office/drawing/2014/main" id="{7BCF63ED-C9BD-3607-EC63-E655CFCC56D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1188" y="2899659"/>
            <a:ext cx="1101635" cy="11016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977D8A0-1567-50CA-DC0C-16377377CB27}"/>
              </a:ext>
            </a:extLst>
          </p:cNvPr>
          <p:cNvPicPr>
            <a:picLocks noChangeAspect="1"/>
          </p:cNvPicPr>
          <p:nvPr/>
        </p:nvPicPr>
        <p:blipFill>
          <a:blip r:embed="rId8"/>
          <a:stretch>
            <a:fillRect/>
          </a:stretch>
        </p:blipFill>
        <p:spPr>
          <a:xfrm>
            <a:off x="8357799" y="1843192"/>
            <a:ext cx="2730640" cy="723937"/>
          </a:xfrm>
          <a:prstGeom prst="rect">
            <a:avLst/>
          </a:prstGeom>
        </p:spPr>
      </p:pic>
      <p:pic>
        <p:nvPicPr>
          <p:cNvPr id="9" name="Picture 8">
            <a:extLst>
              <a:ext uri="{FF2B5EF4-FFF2-40B4-BE49-F238E27FC236}">
                <a16:creationId xmlns:a16="http://schemas.microsoft.com/office/drawing/2014/main" id="{B4531DC3-DFD7-45AB-6D0A-045D864C861E}"/>
              </a:ext>
            </a:extLst>
          </p:cNvPr>
          <p:cNvPicPr>
            <a:picLocks noChangeAspect="1"/>
          </p:cNvPicPr>
          <p:nvPr/>
        </p:nvPicPr>
        <p:blipFill>
          <a:blip r:embed="rId9"/>
          <a:stretch>
            <a:fillRect/>
          </a:stretch>
        </p:blipFill>
        <p:spPr>
          <a:xfrm>
            <a:off x="8199303" y="4282494"/>
            <a:ext cx="3154497" cy="807504"/>
          </a:xfrm>
          <a:prstGeom prst="rect">
            <a:avLst/>
          </a:prstGeom>
        </p:spPr>
      </p:pic>
      <p:pic>
        <p:nvPicPr>
          <p:cNvPr id="11" name="Picture 10">
            <a:extLst>
              <a:ext uri="{FF2B5EF4-FFF2-40B4-BE49-F238E27FC236}">
                <a16:creationId xmlns:a16="http://schemas.microsoft.com/office/drawing/2014/main" id="{9EB719EA-3456-61CD-4376-DE3992B86CBB}"/>
              </a:ext>
            </a:extLst>
          </p:cNvPr>
          <p:cNvPicPr>
            <a:picLocks noChangeAspect="1"/>
          </p:cNvPicPr>
          <p:nvPr/>
        </p:nvPicPr>
        <p:blipFill>
          <a:blip r:embed="rId10"/>
          <a:stretch>
            <a:fillRect/>
          </a:stretch>
        </p:blipFill>
        <p:spPr>
          <a:xfrm>
            <a:off x="8196818" y="5224935"/>
            <a:ext cx="3156982" cy="620695"/>
          </a:xfrm>
          <a:prstGeom prst="rect">
            <a:avLst/>
          </a:prstGeom>
        </p:spPr>
      </p:pic>
      <p:pic>
        <p:nvPicPr>
          <p:cNvPr id="12" name="Picture 12" descr="Preregistration">
            <a:extLst>
              <a:ext uri="{FF2B5EF4-FFF2-40B4-BE49-F238E27FC236}">
                <a16:creationId xmlns:a16="http://schemas.microsoft.com/office/drawing/2014/main" id="{77634913-BA58-74F0-26D1-E9AC49F6FE4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41471" y="2899659"/>
            <a:ext cx="1115302" cy="1101600"/>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Blueprint outline">
            <a:extLst>
              <a:ext uri="{FF2B5EF4-FFF2-40B4-BE49-F238E27FC236}">
                <a16:creationId xmlns:a16="http://schemas.microsoft.com/office/drawing/2014/main" id="{359C2A40-5174-5A76-A484-50CB72E4B15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38273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B335B-317C-C408-CEDD-606021657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91B43-299F-6A40-FABA-D68F36FE0BBE}"/>
              </a:ext>
            </a:extLst>
          </p:cNvPr>
          <p:cNvSpPr>
            <a:spLocks noGrp="1"/>
          </p:cNvSpPr>
          <p:nvPr>
            <p:ph type="title"/>
          </p:nvPr>
        </p:nvSpPr>
        <p:spPr/>
        <p:txBody>
          <a:bodyPr/>
          <a:lstStyle/>
          <a:p>
            <a:r>
              <a:rPr lang="de-DE" dirty="0">
                <a:latin typeface="Abadi" panose="020B0604020104020204" pitchFamily="34" charset="0"/>
              </a:rPr>
              <a:t>Quantitatve vs. Qualitative research</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B0470193-47F1-FF9A-60A6-5B4ADCD01692}"/>
              </a:ext>
            </a:extLst>
          </p:cNvPr>
          <p:cNvSpPr>
            <a:spLocks noGrp="1"/>
          </p:cNvSpPr>
          <p:nvPr>
            <p:ph idx="1"/>
          </p:nvPr>
        </p:nvSpPr>
        <p:spPr>
          <a:xfrm>
            <a:off x="838200" y="1825625"/>
            <a:ext cx="4634552" cy="4384106"/>
          </a:xfrm>
        </p:spPr>
        <p:txBody>
          <a:bodyPr>
            <a:noAutofit/>
          </a:bodyPr>
          <a:lstStyle/>
          <a:p>
            <a:r>
              <a:rPr lang="de-DE" sz="2000" dirty="0">
                <a:latin typeface="Abadi" panose="020B0604020104020204" pitchFamily="34" charset="0"/>
              </a:rPr>
              <a:t>Qualitative research is often conceived as </a:t>
            </a:r>
            <a:r>
              <a:rPr lang="de-DE" sz="2000" i="1" dirty="0">
                <a:latin typeface="Abadi" panose="020B0604020104020204" pitchFamily="34" charset="0"/>
              </a:rPr>
              <a:t>essentially inductive</a:t>
            </a:r>
          </a:p>
          <a:p>
            <a:r>
              <a:rPr lang="de-DE" sz="2000" dirty="0">
                <a:latin typeface="Abadi" panose="020B0604020104020204" pitchFamily="34" charset="0"/>
              </a:rPr>
              <a:t>For this reason, pre-reg is sometimes perceived as useless and impossible to perform</a:t>
            </a:r>
          </a:p>
          <a:p>
            <a:r>
              <a:rPr lang="de-DE" sz="2000" dirty="0">
                <a:latin typeface="Abadi" panose="020B0604020104020204" pitchFamily="34" charset="0"/>
              </a:rPr>
              <a:t>However, </a:t>
            </a:r>
            <a:r>
              <a:rPr lang="de-DE" sz="2000" dirty="0">
                <a:solidFill>
                  <a:srgbClr val="C00000"/>
                </a:solidFill>
                <a:latin typeface="Abadi" panose="020B0604020104020204" pitchFamily="34" charset="0"/>
              </a:rPr>
              <a:t>inductive research does not start from a theoretical void</a:t>
            </a:r>
          </a:p>
          <a:p>
            <a:r>
              <a:rPr lang="de-DE" sz="2000" dirty="0">
                <a:latin typeface="Abadi" panose="020B0604020104020204" pitchFamily="34" charset="0"/>
              </a:rPr>
              <a:t>Pre-reg is a </a:t>
            </a:r>
            <a:r>
              <a:rPr lang="en-GB" sz="2000" dirty="0">
                <a:latin typeface="Abadi" panose="020B0604020104020204" pitchFamily="34" charset="0"/>
              </a:rPr>
              <a:t>commitment device as well as a tool for transparent communication of the research process</a:t>
            </a:r>
            <a:endParaRPr lang="de-DE" sz="2000" dirty="0">
              <a:latin typeface="Abadi" panose="020B0604020104020204" pitchFamily="34" charset="0"/>
            </a:endParaRPr>
          </a:p>
          <a:p>
            <a:r>
              <a:rPr lang="de-DE" sz="2000" dirty="0">
                <a:latin typeface="Abadi" panose="020B0604020104020204" pitchFamily="34" charset="0"/>
                <a:hlinkClick r:id="rId3"/>
              </a:rPr>
              <a:t>https://www.cos.io/blog/qualitative-preregistration</a:t>
            </a:r>
            <a:r>
              <a:rPr lang="de-DE" sz="2000" dirty="0">
                <a:latin typeface="Abadi" panose="020B0604020104020204" pitchFamily="34" charset="0"/>
              </a:rPr>
              <a:t> </a:t>
            </a:r>
          </a:p>
        </p:txBody>
      </p:sp>
      <p:pic>
        <p:nvPicPr>
          <p:cNvPr id="5" name="Picture 4">
            <a:extLst>
              <a:ext uri="{FF2B5EF4-FFF2-40B4-BE49-F238E27FC236}">
                <a16:creationId xmlns:a16="http://schemas.microsoft.com/office/drawing/2014/main" id="{06D4C234-D355-0E83-04BA-8CC88FA274D4}"/>
              </a:ext>
            </a:extLst>
          </p:cNvPr>
          <p:cNvPicPr>
            <a:picLocks noChangeAspect="1"/>
          </p:cNvPicPr>
          <p:nvPr/>
        </p:nvPicPr>
        <p:blipFill>
          <a:blip r:embed="rId4"/>
          <a:stretch>
            <a:fillRect/>
          </a:stretch>
        </p:blipFill>
        <p:spPr>
          <a:xfrm>
            <a:off x="5769538" y="1690688"/>
            <a:ext cx="5702593" cy="3924502"/>
          </a:xfrm>
          <a:prstGeom prst="rect">
            <a:avLst/>
          </a:prstGeom>
        </p:spPr>
      </p:pic>
      <p:pic>
        <p:nvPicPr>
          <p:cNvPr id="4" name="Graphic 3" descr="Blueprint outline">
            <a:extLst>
              <a:ext uri="{FF2B5EF4-FFF2-40B4-BE49-F238E27FC236}">
                <a16:creationId xmlns:a16="http://schemas.microsoft.com/office/drawing/2014/main" id="{4EFDCA81-3BF9-EF5E-E18B-A734A158D6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41466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99386-4C53-2109-B9FB-716045756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AB783-B8C9-0969-7EF5-5F0C3E5997AE}"/>
              </a:ext>
            </a:extLst>
          </p:cNvPr>
          <p:cNvSpPr>
            <a:spLocks noGrp="1"/>
          </p:cNvSpPr>
          <p:nvPr>
            <p:ph type="title"/>
          </p:nvPr>
        </p:nvSpPr>
        <p:spPr/>
        <p:txBody>
          <a:bodyPr/>
          <a:lstStyle/>
          <a:p>
            <a:r>
              <a:rPr lang="de-DE" dirty="0">
                <a:solidFill>
                  <a:srgbClr val="C00000"/>
                </a:solidFill>
                <a:latin typeface="Abadi" panose="020B0604020104020204" pitchFamily="34" charset="0"/>
              </a:rPr>
              <a:t>When </a:t>
            </a:r>
            <a:r>
              <a:rPr lang="de-DE" dirty="0">
                <a:latin typeface="Abadi" panose="020B0604020104020204" pitchFamily="34" charset="0"/>
              </a:rPr>
              <a:t>shall I pre-register?</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0C441382-A730-3513-62E5-CED4FFE7AF32}"/>
              </a:ext>
            </a:extLst>
          </p:cNvPr>
          <p:cNvSpPr>
            <a:spLocks noGrp="1"/>
          </p:cNvSpPr>
          <p:nvPr>
            <p:ph idx="1"/>
          </p:nvPr>
        </p:nvSpPr>
        <p:spPr>
          <a:xfrm>
            <a:off x="838199" y="1825625"/>
            <a:ext cx="10515599" cy="4667250"/>
          </a:xfrm>
        </p:spPr>
        <p:txBody>
          <a:bodyPr>
            <a:noAutofit/>
          </a:bodyPr>
          <a:lstStyle/>
          <a:p>
            <a:r>
              <a:rPr lang="en-GB" sz="2000" dirty="0">
                <a:latin typeface="Abadi" panose="020B0604020104020204" pitchFamily="34" charset="0"/>
              </a:rPr>
              <a:t>Pre-register before you have seen – and, ideally, collected – the data!</a:t>
            </a:r>
          </a:p>
          <a:p>
            <a:pPr>
              <a:spcAft>
                <a:spcPts val="1200"/>
              </a:spcAft>
            </a:pPr>
            <a:r>
              <a:rPr lang="en-GB" sz="2000" dirty="0">
                <a:latin typeface="Abadi" panose="020B0604020104020204" pitchFamily="34" charset="0"/>
              </a:rPr>
              <a:t>Include a statement describing the degree to which data exist</a:t>
            </a:r>
          </a:p>
          <a:p>
            <a:pPr>
              <a:spcAft>
                <a:spcPts val="600"/>
              </a:spcAft>
            </a:pPr>
            <a:r>
              <a:rPr lang="en-GB" sz="2000" dirty="0">
                <a:latin typeface="Abadi" panose="020B0604020104020204" pitchFamily="34" charset="0"/>
              </a:rPr>
              <a:t>Need to change things?</a:t>
            </a:r>
          </a:p>
          <a:p>
            <a:pPr lvl="1"/>
            <a:r>
              <a:rPr lang="en-GB" sz="1800" dirty="0">
                <a:latin typeface="Abadi" panose="020B0604020104020204" pitchFamily="34" charset="0"/>
              </a:rPr>
              <a:t>Create a new pre-reg in the same OSF project</a:t>
            </a:r>
          </a:p>
          <a:p>
            <a:pPr lvl="1"/>
            <a:r>
              <a:rPr lang="en-DE" sz="1800" dirty="0">
                <a:latin typeface="Abadi" panose="020B0604020104020204" pitchFamily="34" charset="0"/>
              </a:rPr>
              <a:t>Update the original:</a:t>
            </a:r>
            <a:r>
              <a:rPr lang="en-GB" sz="1800" dirty="0">
                <a:latin typeface="Abadi" panose="020B0604020104020204" pitchFamily="34" charset="0"/>
              </a:rPr>
              <a:t> </a:t>
            </a:r>
            <a:r>
              <a:rPr lang="en-DE" sz="1800" dirty="0">
                <a:latin typeface="Abadi" panose="020B0604020104020204" pitchFamily="34" charset="0"/>
                <a:hlinkClick r:id="rId3"/>
              </a:rPr>
              <a:t>https://help.osf.io/article/382-updating-registrations</a:t>
            </a:r>
            <a:endParaRPr lang="en-GB" sz="1800" dirty="0">
              <a:latin typeface="Abadi" panose="020B0604020104020204" pitchFamily="34" charset="0"/>
            </a:endParaRPr>
          </a:p>
          <a:p>
            <a:pPr lvl="1">
              <a:spcAft>
                <a:spcPts val="1200"/>
              </a:spcAft>
            </a:pPr>
            <a:r>
              <a:rPr lang="en-GB" sz="1800" dirty="0">
                <a:latin typeface="Abadi" panose="020B0604020104020204" pitchFamily="34" charset="0"/>
              </a:rPr>
              <a:t>Keep as is but document &amp; justify changes in the paper</a:t>
            </a:r>
          </a:p>
          <a:p>
            <a:pPr>
              <a:spcAft>
                <a:spcPts val="600"/>
              </a:spcAft>
            </a:pPr>
            <a:r>
              <a:rPr lang="en-GB" sz="2000" dirty="0">
                <a:latin typeface="Abadi" panose="020B0604020104020204" pitchFamily="34" charset="0"/>
              </a:rPr>
              <a:t>What if I deviate?</a:t>
            </a:r>
          </a:p>
          <a:p>
            <a:pPr lvl="1"/>
            <a:r>
              <a:rPr lang="en-GB" sz="1800" dirty="0">
                <a:latin typeface="Abadi" panose="020B0604020104020204" pitchFamily="34" charset="0"/>
              </a:rPr>
              <a:t>Discovered a “better” analysis? Just label it as exploratory!</a:t>
            </a:r>
          </a:p>
          <a:p>
            <a:pPr lvl="1"/>
            <a:r>
              <a:rPr lang="en-GB" sz="1800" dirty="0">
                <a:latin typeface="Abadi" panose="020B0604020104020204" pitchFamily="34" charset="0"/>
              </a:rPr>
              <a:t>Ineffective to stick to an outdated plan? Made a mistake? Just state that!</a:t>
            </a:r>
          </a:p>
          <a:p>
            <a:pPr marL="457200" lvl="1" indent="0">
              <a:buNone/>
            </a:pPr>
            <a:endParaRPr lang="en-GB" sz="1800" dirty="0">
              <a:latin typeface="Abadi" panose="020B0604020104020204" pitchFamily="34" charset="0"/>
            </a:endParaRPr>
          </a:p>
          <a:p>
            <a:pPr marL="457200" lvl="1" indent="0" algn="ctr">
              <a:spcAft>
                <a:spcPts val="600"/>
              </a:spcAft>
              <a:buNone/>
            </a:pPr>
            <a:r>
              <a:rPr lang="en-GB" sz="2000" dirty="0">
                <a:latin typeface="Abadi" panose="020B0604020104020204" pitchFamily="34" charset="0"/>
              </a:rPr>
              <a:t>Pre-registration is </a:t>
            </a:r>
            <a:r>
              <a:rPr lang="en-GB" sz="2000" dirty="0">
                <a:solidFill>
                  <a:srgbClr val="C00000"/>
                </a:solidFill>
                <a:latin typeface="Abadi" panose="020B0604020104020204" pitchFamily="34" charset="0"/>
              </a:rPr>
              <a:t>a plan, not a prison!</a:t>
            </a:r>
          </a:p>
          <a:p>
            <a:pPr marL="457200" lvl="1" indent="0" algn="ctr">
              <a:buNone/>
            </a:pPr>
            <a:r>
              <a:rPr lang="en-GB" sz="2000" dirty="0">
                <a:latin typeface="Abadi" panose="020B0604020104020204" pitchFamily="34" charset="0"/>
                <a:hlinkClick r:id="rId4"/>
              </a:rPr>
              <a:t>https://www.cos.io/blog/preregistration-plan-not-prison</a:t>
            </a:r>
            <a:r>
              <a:rPr lang="en-GB" sz="2000" dirty="0">
                <a:latin typeface="Abadi" panose="020B0604020104020204" pitchFamily="34" charset="0"/>
              </a:rPr>
              <a:t> </a:t>
            </a:r>
          </a:p>
          <a:p>
            <a:pPr lvl="1"/>
            <a:endParaRPr lang="de-DE" sz="1600" dirty="0">
              <a:latin typeface="Abadi" panose="020B0604020104020204" pitchFamily="34" charset="0"/>
            </a:endParaRPr>
          </a:p>
        </p:txBody>
      </p:sp>
      <p:pic>
        <p:nvPicPr>
          <p:cNvPr id="4" name="Graphic 3" descr="Bookmark with solid fill">
            <a:extLst>
              <a:ext uri="{FF2B5EF4-FFF2-40B4-BE49-F238E27FC236}">
                <a16:creationId xmlns:a16="http://schemas.microsoft.com/office/drawing/2014/main" id="{D58F0B74-E7CC-E919-4E4C-019B2E28ED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34512" y="5701589"/>
            <a:ext cx="517357" cy="363494"/>
          </a:xfrm>
          <a:prstGeom prst="rect">
            <a:avLst/>
          </a:prstGeom>
        </p:spPr>
      </p:pic>
      <p:pic>
        <p:nvPicPr>
          <p:cNvPr id="5" name="Graphic 4" descr="Blueprint outline">
            <a:extLst>
              <a:ext uri="{FF2B5EF4-FFF2-40B4-BE49-F238E27FC236}">
                <a16:creationId xmlns:a16="http://schemas.microsoft.com/office/drawing/2014/main" id="{4F428F64-791A-AE01-1A53-A604837237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359445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1C2F0-F89B-5F47-068A-183B2B31E3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1914D2-3F70-D08C-A22F-876E34327180}"/>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GB" sz="1200" dirty="0">
                <a:latin typeface="Abadi" panose="020B0604020104020204" pitchFamily="34" charset="0"/>
                <a:ea typeface="Calibri" panose="020F0502020204030204" pitchFamily="34" charset="0"/>
                <a:cs typeface="Calibri" panose="020F0502020204030204" pitchFamily="34" charset="0"/>
                <a:hlinkClick r:id="rId3"/>
              </a:rPr>
              <a:t>https://www.nature.com/articles/s41562-022-01497-2</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5" name="Title 1">
            <a:extLst>
              <a:ext uri="{FF2B5EF4-FFF2-40B4-BE49-F238E27FC236}">
                <a16:creationId xmlns:a16="http://schemas.microsoft.com/office/drawing/2014/main" id="{AB02112A-403C-B841-15E9-F84DFD8D31FE}"/>
              </a:ext>
            </a:extLst>
          </p:cNvPr>
          <p:cNvSpPr txBox="1">
            <a:spLocks/>
          </p:cNvSpPr>
          <p:nvPr/>
        </p:nvSpPr>
        <p:spPr>
          <a:xfrm>
            <a:off x="838200" y="365125"/>
            <a:ext cx="10515600" cy="1325563"/>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Why bother?</a:t>
            </a:r>
            <a:endParaRPr lang="en-DE" dirty="0">
              <a:latin typeface="Abadi" panose="020B0604020104020204" pitchFamily="34" charset="0"/>
            </a:endParaRPr>
          </a:p>
        </p:txBody>
      </p:sp>
      <p:pic>
        <p:nvPicPr>
          <p:cNvPr id="6" name="Picture 2" descr="Fig. 2">
            <a:extLst>
              <a:ext uri="{FF2B5EF4-FFF2-40B4-BE49-F238E27FC236}">
                <a16:creationId xmlns:a16="http://schemas.microsoft.com/office/drawing/2014/main" id="{262BF8C9-88F8-E60E-B7EF-03A8DA2743E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8953"/>
          <a:stretch>
            <a:fillRect/>
          </a:stretch>
        </p:blipFill>
        <p:spPr bwMode="auto">
          <a:xfrm>
            <a:off x="2163215" y="1581678"/>
            <a:ext cx="7865570" cy="1966072"/>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870020FB-38CF-E8B3-500A-28F9074FBDFB}"/>
              </a:ext>
            </a:extLst>
          </p:cNvPr>
          <p:cNvSpPr/>
          <p:nvPr/>
        </p:nvSpPr>
        <p:spPr>
          <a:xfrm>
            <a:off x="1900050" y="1409421"/>
            <a:ext cx="2517571" cy="213832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2" name="Graphic 1" descr="Blueprint outline">
            <a:extLst>
              <a:ext uri="{FF2B5EF4-FFF2-40B4-BE49-F238E27FC236}">
                <a16:creationId xmlns:a16="http://schemas.microsoft.com/office/drawing/2014/main" id="{04A47D9E-8A1C-3F04-60F9-384E77A907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427995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B76FF-3DAA-12B0-6CEA-A344262C21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95F431-4813-553E-A5C5-EDF64D0536B1}"/>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GB" sz="1200" dirty="0">
                <a:latin typeface="Abadi" panose="020B0604020104020204" pitchFamily="34" charset="0"/>
                <a:ea typeface="Calibri" panose="020F0502020204030204" pitchFamily="34" charset="0"/>
                <a:cs typeface="Calibri" panose="020F0502020204030204" pitchFamily="34" charset="0"/>
                <a:hlinkClick r:id="rId3"/>
              </a:rPr>
              <a:t>https://www.nature.com/articles/s41562-022-01497-2</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6" name="Picture 2" descr="Fig. 2">
            <a:extLst>
              <a:ext uri="{FF2B5EF4-FFF2-40B4-BE49-F238E27FC236}">
                <a16:creationId xmlns:a16="http://schemas.microsoft.com/office/drawing/2014/main" id="{C301A3EC-8B34-D488-DE19-FF62D704D1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8953"/>
          <a:stretch>
            <a:fillRect/>
          </a:stretch>
        </p:blipFill>
        <p:spPr bwMode="auto">
          <a:xfrm>
            <a:off x="2163215" y="1581678"/>
            <a:ext cx="7865570" cy="196607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A27E60E3-B8B8-3F73-0E96-DB639EE5B315}"/>
              </a:ext>
            </a:extLst>
          </p:cNvPr>
          <p:cNvSpPr txBox="1">
            <a:spLocks/>
          </p:cNvSpPr>
          <p:nvPr/>
        </p:nvSpPr>
        <p:spPr>
          <a:xfrm>
            <a:off x="838200" y="365125"/>
            <a:ext cx="10515600" cy="1325563"/>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Why bother?</a:t>
            </a:r>
            <a:endParaRPr lang="en-DE" dirty="0">
              <a:latin typeface="Abadi" panose="020B0604020104020204" pitchFamily="34" charset="0"/>
            </a:endParaRPr>
          </a:p>
        </p:txBody>
      </p:sp>
      <p:sp>
        <p:nvSpPr>
          <p:cNvPr id="8" name="Oval 7">
            <a:extLst>
              <a:ext uri="{FF2B5EF4-FFF2-40B4-BE49-F238E27FC236}">
                <a16:creationId xmlns:a16="http://schemas.microsoft.com/office/drawing/2014/main" id="{858CBAF1-6C4C-36B5-7294-385D259919BD}"/>
              </a:ext>
            </a:extLst>
          </p:cNvPr>
          <p:cNvSpPr/>
          <p:nvPr/>
        </p:nvSpPr>
        <p:spPr>
          <a:xfrm>
            <a:off x="7730828" y="1409421"/>
            <a:ext cx="2517571" cy="213832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2" name="Graphic 1" descr="Blueprint outline">
            <a:extLst>
              <a:ext uri="{FF2B5EF4-FFF2-40B4-BE49-F238E27FC236}">
                <a16:creationId xmlns:a16="http://schemas.microsoft.com/office/drawing/2014/main" id="{240C3A3C-4BFD-FBAB-E24F-6F26C38E37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4249693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3597E-3328-FBBA-FE5E-CEFB1BC41C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79AEB0-628D-AA09-5518-220907792788}"/>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GB" sz="1200" dirty="0">
                <a:latin typeface="Abadi" panose="020B0604020104020204" pitchFamily="34" charset="0"/>
                <a:ea typeface="Calibri" panose="020F0502020204030204" pitchFamily="34" charset="0"/>
                <a:cs typeface="Calibri" panose="020F0502020204030204" pitchFamily="34" charset="0"/>
                <a:hlinkClick r:id="rId3"/>
              </a:rPr>
              <a:t>https://www.nature.com/articles/s41562-022-01497-2</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5" name="Picture 2" descr="Fig. 2">
            <a:extLst>
              <a:ext uri="{FF2B5EF4-FFF2-40B4-BE49-F238E27FC236}">
                <a16:creationId xmlns:a16="http://schemas.microsoft.com/office/drawing/2014/main" id="{FB9ADAAC-DAA4-01D2-47E4-9273574D8BA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9801"/>
          <a:stretch>
            <a:fillRect/>
          </a:stretch>
        </p:blipFill>
        <p:spPr bwMode="auto">
          <a:xfrm>
            <a:off x="2163215" y="1581678"/>
            <a:ext cx="7865570" cy="288344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6391F553-E7BE-8C83-2B27-75E34F592016}"/>
              </a:ext>
            </a:extLst>
          </p:cNvPr>
          <p:cNvSpPr txBox="1">
            <a:spLocks/>
          </p:cNvSpPr>
          <p:nvPr/>
        </p:nvSpPr>
        <p:spPr>
          <a:xfrm>
            <a:off x="838200" y="365125"/>
            <a:ext cx="10515600" cy="1325563"/>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Why bother?</a:t>
            </a:r>
            <a:endParaRPr lang="en-DE" dirty="0">
              <a:latin typeface="Abadi" panose="020B0604020104020204" pitchFamily="34" charset="0"/>
            </a:endParaRPr>
          </a:p>
        </p:txBody>
      </p:sp>
      <p:pic>
        <p:nvPicPr>
          <p:cNvPr id="2" name="Graphic 1" descr="Blueprint outline">
            <a:extLst>
              <a:ext uri="{FF2B5EF4-FFF2-40B4-BE49-F238E27FC236}">
                <a16:creationId xmlns:a16="http://schemas.microsoft.com/office/drawing/2014/main" id="{BF89C772-8799-82DE-9362-2297489509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386842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72414-0ABA-F00C-694C-EEB77C56F7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9CC813-0A66-C79D-9FEE-850EECA741EE}"/>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GB" sz="1200" dirty="0">
                <a:latin typeface="Abadi" panose="020B0604020104020204" pitchFamily="34" charset="0"/>
                <a:ea typeface="Calibri" panose="020F0502020204030204" pitchFamily="34" charset="0"/>
                <a:cs typeface="Calibri" panose="020F0502020204030204" pitchFamily="34" charset="0"/>
                <a:hlinkClick r:id="rId3"/>
              </a:rPr>
              <a:t>https://www.nature.com/articles/s41562-022-01497-2</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5" name="Picture 2" descr="Fig. 2">
            <a:extLst>
              <a:ext uri="{FF2B5EF4-FFF2-40B4-BE49-F238E27FC236}">
                <a16:creationId xmlns:a16="http://schemas.microsoft.com/office/drawing/2014/main" id="{6B6F1016-6941-058A-2520-1EC310BF52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9471"/>
          <a:stretch>
            <a:fillRect/>
          </a:stretch>
        </p:blipFill>
        <p:spPr bwMode="auto">
          <a:xfrm>
            <a:off x="2163215" y="1581678"/>
            <a:ext cx="7865570" cy="385721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32B664AF-148C-1DDD-BB26-690A8A837827}"/>
              </a:ext>
            </a:extLst>
          </p:cNvPr>
          <p:cNvSpPr txBox="1">
            <a:spLocks/>
          </p:cNvSpPr>
          <p:nvPr/>
        </p:nvSpPr>
        <p:spPr>
          <a:xfrm>
            <a:off x="838200" y="365125"/>
            <a:ext cx="10515600" cy="1325563"/>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Why bother?</a:t>
            </a:r>
            <a:endParaRPr lang="en-DE" dirty="0">
              <a:latin typeface="Abadi" panose="020B0604020104020204" pitchFamily="34" charset="0"/>
            </a:endParaRPr>
          </a:p>
        </p:txBody>
      </p:sp>
      <p:pic>
        <p:nvPicPr>
          <p:cNvPr id="2" name="Graphic 1" descr="Blueprint outline">
            <a:extLst>
              <a:ext uri="{FF2B5EF4-FFF2-40B4-BE49-F238E27FC236}">
                <a16:creationId xmlns:a16="http://schemas.microsoft.com/office/drawing/2014/main" id="{B806E084-631E-E733-E952-165900F901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42481343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Fig. 2">
            <a:extLst>
              <a:ext uri="{FF2B5EF4-FFF2-40B4-BE49-F238E27FC236}">
                <a16:creationId xmlns:a16="http://schemas.microsoft.com/office/drawing/2014/main" id="{8D651DBE-3E29-C904-9BB2-47EB2E7C7F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215" y="1581678"/>
            <a:ext cx="7865570" cy="47898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B681F20-0066-593A-8289-AD11028574F3}"/>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GB" sz="1200" dirty="0">
                <a:latin typeface="Abadi" panose="020B0604020104020204" pitchFamily="34" charset="0"/>
                <a:ea typeface="Calibri" panose="020F0502020204030204" pitchFamily="34" charset="0"/>
                <a:cs typeface="Calibri" panose="020F0502020204030204" pitchFamily="34" charset="0"/>
                <a:hlinkClick r:id="rId4"/>
              </a:rPr>
              <a:t>https://www.nature.com/articles/s41562-022-01497-2</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5" name="Title 1">
            <a:extLst>
              <a:ext uri="{FF2B5EF4-FFF2-40B4-BE49-F238E27FC236}">
                <a16:creationId xmlns:a16="http://schemas.microsoft.com/office/drawing/2014/main" id="{71B0978C-687F-89DD-E5BD-DF448173FA64}"/>
              </a:ext>
            </a:extLst>
          </p:cNvPr>
          <p:cNvSpPr txBox="1">
            <a:spLocks/>
          </p:cNvSpPr>
          <p:nvPr/>
        </p:nvSpPr>
        <p:spPr>
          <a:xfrm>
            <a:off x="838200" y="365125"/>
            <a:ext cx="10515600" cy="1325563"/>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Why bother?</a:t>
            </a:r>
            <a:endParaRPr lang="en-DE" dirty="0">
              <a:latin typeface="Abadi" panose="020B0604020104020204" pitchFamily="34" charset="0"/>
            </a:endParaRPr>
          </a:p>
        </p:txBody>
      </p:sp>
      <p:pic>
        <p:nvPicPr>
          <p:cNvPr id="4" name="Graphic 3" descr="Blueprint outline">
            <a:extLst>
              <a:ext uri="{FF2B5EF4-FFF2-40B4-BE49-F238E27FC236}">
                <a16:creationId xmlns:a16="http://schemas.microsoft.com/office/drawing/2014/main" id="{7367524A-079F-49CD-5460-94F1171EB6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41715203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A1B5A-C300-8001-6A51-49F01459E84B}"/>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F58BBA9A-D573-847C-607F-C0578EE7E739}"/>
              </a:ext>
            </a:extLst>
          </p:cNvPr>
          <p:cNvSpPr txBox="1">
            <a:spLocks/>
          </p:cNvSpPr>
          <p:nvPr/>
        </p:nvSpPr>
        <p:spPr>
          <a:xfrm>
            <a:off x="838200" y="1825625"/>
            <a:ext cx="10515600" cy="43513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spcAft>
                <a:spcPts val="3000"/>
              </a:spcAft>
              <a:buNone/>
            </a:pPr>
            <a:r>
              <a:rPr lang="en-GB" sz="2000" dirty="0">
                <a:latin typeface="Abadi" panose="020B0604020104020204" pitchFamily="34" charset="0"/>
              </a:rPr>
              <a:t>Pre-register for </a:t>
            </a:r>
            <a:r>
              <a:rPr lang="en-GB" sz="2000" dirty="0">
                <a:solidFill>
                  <a:srgbClr val="C00000"/>
                </a:solidFill>
                <a:latin typeface="Abadi" panose="020B0604020104020204" pitchFamily="34" charset="0"/>
              </a:rPr>
              <a:t>selfish reasons</a:t>
            </a:r>
            <a:r>
              <a:rPr lang="en-GB" sz="2000" dirty="0">
                <a:latin typeface="Abadi" panose="020B0604020104020204" pitchFamily="34" charset="0"/>
              </a:rPr>
              <a:t>, not to please reviewers</a:t>
            </a:r>
            <a:endParaRPr lang="de-DE" sz="2000" dirty="0">
              <a:latin typeface="Abadi" panose="020B0604020104020204" pitchFamily="34" charset="0"/>
            </a:endParaRPr>
          </a:p>
          <a:p>
            <a:r>
              <a:rPr lang="en-GB" sz="2000" dirty="0">
                <a:latin typeface="Abadi" panose="020B0604020104020204" pitchFamily="34" charset="0"/>
              </a:rPr>
              <a:t>Promotes critical evaluation of your own ideas</a:t>
            </a:r>
          </a:p>
          <a:p>
            <a:r>
              <a:rPr lang="en-GB" sz="2000" dirty="0">
                <a:latin typeface="Abadi" panose="020B0604020104020204" pitchFamily="34" charset="0"/>
              </a:rPr>
              <a:t>Reduces analysis-related anxiety &amp; time spent on analysis</a:t>
            </a:r>
          </a:p>
          <a:p>
            <a:r>
              <a:rPr lang="en-GB" sz="2000" dirty="0">
                <a:latin typeface="Abadi" panose="020B0604020104020204" pitchFamily="34" charset="0"/>
              </a:rPr>
              <a:t>Prevents you from being taken hostage by your own data</a:t>
            </a:r>
          </a:p>
          <a:p>
            <a:r>
              <a:rPr lang="en-GB" sz="2000" dirty="0">
                <a:latin typeface="Abadi" panose="020B0604020104020204" pitchFamily="34" charset="0"/>
              </a:rPr>
              <a:t>The core of Methods &amp; Results written up in advance</a:t>
            </a:r>
          </a:p>
          <a:p>
            <a:pPr>
              <a:spcAft>
                <a:spcPts val="1800"/>
              </a:spcAft>
            </a:pPr>
            <a:r>
              <a:rPr lang="en-DE" sz="2000" dirty="0">
                <a:latin typeface="Abadi" panose="020B0604020104020204" pitchFamily="34" charset="0"/>
              </a:rPr>
              <a:t>Helps against publication bias</a:t>
            </a:r>
            <a:endParaRPr lang="en-GB" sz="2000" dirty="0">
              <a:latin typeface="Abadi" panose="020B0604020104020204" pitchFamily="34" charset="0"/>
            </a:endParaRPr>
          </a:p>
          <a:p>
            <a:pPr marL="0" indent="0">
              <a:spcAft>
                <a:spcPts val="1800"/>
              </a:spcAft>
              <a:buNone/>
            </a:pPr>
            <a:endParaRPr lang="en-DE" sz="2000" dirty="0">
              <a:latin typeface="Abadi" panose="020B0604020104020204" pitchFamily="34" charset="0"/>
            </a:endParaRPr>
          </a:p>
          <a:p>
            <a:r>
              <a:rPr lang="en-GB" sz="2000" dirty="0">
                <a:latin typeface="Abadi" panose="020B0604020104020204" pitchFamily="34" charset="0"/>
              </a:rPr>
              <a:t>Make use of available resources, e.g., </a:t>
            </a:r>
            <a:r>
              <a:rPr lang="en-DE" sz="2000" dirty="0">
                <a:latin typeface="Abadi" panose="020B0604020104020204" pitchFamily="34" charset="0"/>
                <a:hlinkClick r:id="rId3"/>
              </a:rPr>
              <a:t>https://www.cos.io/initiatives/prereg</a:t>
            </a:r>
            <a:r>
              <a:rPr lang="en-GB" sz="2000" dirty="0">
                <a:latin typeface="Abadi" panose="020B0604020104020204" pitchFamily="34" charset="0"/>
              </a:rPr>
              <a:t> </a:t>
            </a:r>
            <a:endParaRPr lang="en-DE" sz="2000" dirty="0">
              <a:latin typeface="Abadi" panose="020B0604020104020204" pitchFamily="34" charset="0"/>
            </a:endParaRPr>
          </a:p>
          <a:p>
            <a:r>
              <a:rPr lang="en-GB" sz="2000" dirty="0">
                <a:solidFill>
                  <a:srgbClr val="C00000"/>
                </a:solidFill>
                <a:latin typeface="Abadi" panose="020B0604020104020204" pitchFamily="34" charset="0"/>
              </a:rPr>
              <a:t>The more you do it, the easier it gets!</a:t>
            </a:r>
            <a:endParaRPr lang="de-DE" sz="2000" dirty="0">
              <a:solidFill>
                <a:srgbClr val="C00000"/>
              </a:solidFill>
              <a:latin typeface="Abadi" panose="020B0604020104020204" pitchFamily="34" charset="0"/>
            </a:endParaRPr>
          </a:p>
          <a:p>
            <a:pPr marL="0" indent="0" algn="ctr">
              <a:spcBef>
                <a:spcPts val="0"/>
              </a:spcBef>
              <a:spcAft>
                <a:spcPts val="600"/>
              </a:spcAft>
              <a:buFont typeface="Arial" panose="020B0604020202020204" pitchFamily="34" charset="0"/>
              <a:buNone/>
            </a:pPr>
            <a:endParaRPr lang="en-GB" sz="2000" dirty="0">
              <a:latin typeface="Abadi" panose="020B0604020104020204" pitchFamily="34" charset="0"/>
            </a:endParaRPr>
          </a:p>
        </p:txBody>
      </p:sp>
      <p:sp>
        <p:nvSpPr>
          <p:cNvPr id="6" name="Title 1">
            <a:extLst>
              <a:ext uri="{FF2B5EF4-FFF2-40B4-BE49-F238E27FC236}">
                <a16:creationId xmlns:a16="http://schemas.microsoft.com/office/drawing/2014/main" id="{F41BEFB0-26FF-2C4F-3036-B965CD78ECD0}"/>
              </a:ext>
            </a:extLst>
          </p:cNvPr>
          <p:cNvSpPr txBox="1">
            <a:spLocks/>
          </p:cNvSpPr>
          <p:nvPr/>
        </p:nvSpPr>
        <p:spPr>
          <a:xfrm>
            <a:off x="838200" y="365125"/>
            <a:ext cx="10515600" cy="1325563"/>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But seriously, why?</a:t>
            </a:r>
            <a:endParaRPr lang="en-DE" dirty="0">
              <a:latin typeface="Abadi" panose="020B0604020104020204" pitchFamily="34" charset="0"/>
            </a:endParaRPr>
          </a:p>
        </p:txBody>
      </p:sp>
      <p:pic>
        <p:nvPicPr>
          <p:cNvPr id="7" name="Graphic 6" descr="Bookmark with solid fill">
            <a:extLst>
              <a:ext uri="{FF2B5EF4-FFF2-40B4-BE49-F238E27FC236}">
                <a16:creationId xmlns:a16="http://schemas.microsoft.com/office/drawing/2014/main" id="{E00CED1A-CD08-585C-A5C5-2C8C14B816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18232" y="1885000"/>
            <a:ext cx="517357" cy="363494"/>
          </a:xfrm>
          <a:prstGeom prst="rect">
            <a:avLst/>
          </a:prstGeom>
        </p:spPr>
      </p:pic>
      <p:pic>
        <p:nvPicPr>
          <p:cNvPr id="2" name="Graphic 1" descr="Blueprint outline">
            <a:extLst>
              <a:ext uri="{FF2B5EF4-FFF2-40B4-BE49-F238E27FC236}">
                <a16:creationId xmlns:a16="http://schemas.microsoft.com/office/drawing/2014/main" id="{8F5457EC-308D-7CAF-A571-E6E509A1E5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0156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3CAB-F8E0-B12C-1BD0-050BF98C7462}"/>
              </a:ext>
            </a:extLst>
          </p:cNvPr>
          <p:cNvSpPr>
            <a:spLocks noGrp="1"/>
          </p:cNvSpPr>
          <p:nvPr>
            <p:ph type="title"/>
          </p:nvPr>
        </p:nvSpPr>
        <p:spPr>
          <a:xfrm>
            <a:off x="762297" y="2628900"/>
            <a:ext cx="3932237" cy="1600200"/>
          </a:xfrm>
        </p:spPr>
        <p:txBody>
          <a:bodyPr>
            <a:normAutofit/>
          </a:bodyPr>
          <a:lstStyle/>
          <a:p>
            <a:r>
              <a:rPr lang="de-DE" sz="4400" dirty="0">
                <a:latin typeface="Abadi" panose="020B0604020104020204" pitchFamily="34" charset="0"/>
              </a:rPr>
              <a:t>Registered report</a:t>
            </a:r>
            <a:endParaRPr lang="en-DE" sz="4400" dirty="0">
              <a:latin typeface="Abadi" panose="020B0604020104020204" pitchFamily="34" charset="0"/>
            </a:endParaRPr>
          </a:p>
        </p:txBody>
      </p:sp>
      <p:pic>
        <p:nvPicPr>
          <p:cNvPr id="5" name="Picture 20" descr="Registered Reports">
            <a:extLst>
              <a:ext uri="{FF2B5EF4-FFF2-40B4-BE49-F238E27FC236}">
                <a16:creationId xmlns:a16="http://schemas.microsoft.com/office/drawing/2014/main" id="{B5824260-6DC4-FBF4-1BA6-3B6744ED2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799" y="696143"/>
            <a:ext cx="5022096" cy="546571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4DE5105-7855-F7E7-3F3B-BDE48C23D7E2}"/>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https://www.cos.io/initiatives/registered-reports</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12" name="Picture 11" descr="A white background with black dots&#10;&#10;AI-generated content may be incorrect.">
            <a:extLst>
              <a:ext uri="{FF2B5EF4-FFF2-40B4-BE49-F238E27FC236}">
                <a16:creationId xmlns:a16="http://schemas.microsoft.com/office/drawing/2014/main" id="{0C7EA3E1-EC29-95B8-8232-D40E11CAF8BE}"/>
              </a:ext>
            </a:extLst>
          </p:cNvPr>
          <p:cNvPicPr>
            <a:picLocks noChangeAspect="1"/>
          </p:cNvPicPr>
          <p:nvPr/>
        </p:nvPicPr>
        <p:blipFill>
          <a:blip r:embed="rId5">
            <a:extLst>
              <a:ext uri="{28A0092B-C50C-407E-A947-70E740481C1C}">
                <a14:useLocalDpi xmlns:a14="http://schemas.microsoft.com/office/drawing/2010/main" val="0"/>
              </a:ext>
            </a:extLst>
          </a:blip>
          <a:srcRect r="61036" b="88080"/>
          <a:stretch>
            <a:fillRect/>
          </a:stretch>
        </p:blipFill>
        <p:spPr>
          <a:xfrm>
            <a:off x="4190015" y="800032"/>
            <a:ext cx="1573480" cy="614342"/>
          </a:xfrm>
          <a:prstGeom prst="rect">
            <a:avLst/>
          </a:prstGeom>
        </p:spPr>
      </p:pic>
      <p:pic>
        <p:nvPicPr>
          <p:cNvPr id="3" name="Graphic 2" descr="Blueprint outline">
            <a:extLst>
              <a:ext uri="{FF2B5EF4-FFF2-40B4-BE49-F238E27FC236}">
                <a16:creationId xmlns:a16="http://schemas.microsoft.com/office/drawing/2014/main" id="{D98513D8-F227-8E4F-70AC-2E172250B94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121112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1E00D-7E0F-618B-5DB0-3419CE984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E5EF8-B91B-B816-7D2C-52ECBE1DF40B}"/>
              </a:ext>
            </a:extLst>
          </p:cNvPr>
          <p:cNvSpPr>
            <a:spLocks noGrp="1"/>
          </p:cNvSpPr>
          <p:nvPr>
            <p:ph type="title"/>
          </p:nvPr>
        </p:nvSpPr>
        <p:spPr>
          <a:xfrm>
            <a:off x="762297" y="2628900"/>
            <a:ext cx="3932237" cy="1600200"/>
          </a:xfrm>
        </p:spPr>
        <p:txBody>
          <a:bodyPr>
            <a:normAutofit/>
          </a:bodyPr>
          <a:lstStyle/>
          <a:p>
            <a:r>
              <a:rPr lang="de-DE" sz="4400" dirty="0">
                <a:latin typeface="Abadi" panose="020B0604020104020204" pitchFamily="34" charset="0"/>
              </a:rPr>
              <a:t>Registered report</a:t>
            </a:r>
            <a:endParaRPr lang="en-DE" sz="4400" dirty="0">
              <a:latin typeface="Abadi" panose="020B0604020104020204" pitchFamily="34" charset="0"/>
            </a:endParaRPr>
          </a:p>
        </p:txBody>
      </p:sp>
      <p:pic>
        <p:nvPicPr>
          <p:cNvPr id="5" name="Picture 20" descr="Registered Reports">
            <a:extLst>
              <a:ext uri="{FF2B5EF4-FFF2-40B4-BE49-F238E27FC236}">
                <a16:creationId xmlns:a16="http://schemas.microsoft.com/office/drawing/2014/main" id="{C9F76358-B3A7-A62C-1231-C95F1A8046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799" y="696143"/>
            <a:ext cx="5022096" cy="5465714"/>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B847FDE8-69A4-D546-ED44-10015DD6543D}"/>
              </a:ext>
            </a:extLst>
          </p:cNvPr>
          <p:cNvSpPr/>
          <p:nvPr/>
        </p:nvSpPr>
        <p:spPr>
          <a:xfrm>
            <a:off x="5638557" y="542441"/>
            <a:ext cx="3443450" cy="960895"/>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TextBox 2">
            <a:extLst>
              <a:ext uri="{FF2B5EF4-FFF2-40B4-BE49-F238E27FC236}">
                <a16:creationId xmlns:a16="http://schemas.microsoft.com/office/drawing/2014/main" id="{A3398109-8F0C-0E0D-C4FE-4AC329875B24}"/>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https://www.cos.io/initiatives/registered-reports</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7" name="Picture 6" descr="A white background with black dots&#10;&#10;AI-generated content may be incorrect.">
            <a:extLst>
              <a:ext uri="{FF2B5EF4-FFF2-40B4-BE49-F238E27FC236}">
                <a16:creationId xmlns:a16="http://schemas.microsoft.com/office/drawing/2014/main" id="{39233B3B-D2DA-D6DF-885B-F9B4C99FFCE6}"/>
              </a:ext>
            </a:extLst>
          </p:cNvPr>
          <p:cNvPicPr>
            <a:picLocks noChangeAspect="1"/>
          </p:cNvPicPr>
          <p:nvPr/>
        </p:nvPicPr>
        <p:blipFill>
          <a:blip r:embed="rId5">
            <a:extLst>
              <a:ext uri="{28A0092B-C50C-407E-A947-70E740481C1C}">
                <a14:useLocalDpi xmlns:a14="http://schemas.microsoft.com/office/drawing/2010/main" val="0"/>
              </a:ext>
            </a:extLst>
          </a:blip>
          <a:srcRect r="61036" b="88080"/>
          <a:stretch>
            <a:fillRect/>
          </a:stretch>
        </p:blipFill>
        <p:spPr>
          <a:xfrm>
            <a:off x="4190015" y="800032"/>
            <a:ext cx="1573480" cy="614342"/>
          </a:xfrm>
          <a:prstGeom prst="rect">
            <a:avLst/>
          </a:prstGeom>
        </p:spPr>
      </p:pic>
      <p:pic>
        <p:nvPicPr>
          <p:cNvPr id="4" name="Graphic 3" descr="Blueprint outline">
            <a:extLst>
              <a:ext uri="{FF2B5EF4-FFF2-40B4-BE49-F238E27FC236}">
                <a16:creationId xmlns:a16="http://schemas.microsoft.com/office/drawing/2014/main" id="{1ACD658F-3C72-DED1-CDC3-9B40EDBC914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9282469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B5B25-D166-7429-B283-8D12DD78B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02E47-0206-0445-4A95-84D95340D834}"/>
              </a:ext>
            </a:extLst>
          </p:cNvPr>
          <p:cNvSpPr>
            <a:spLocks noGrp="1"/>
          </p:cNvSpPr>
          <p:nvPr>
            <p:ph type="title"/>
          </p:nvPr>
        </p:nvSpPr>
        <p:spPr>
          <a:xfrm>
            <a:off x="762297" y="2628900"/>
            <a:ext cx="3932237" cy="1600200"/>
          </a:xfrm>
        </p:spPr>
        <p:txBody>
          <a:bodyPr>
            <a:normAutofit/>
          </a:bodyPr>
          <a:lstStyle/>
          <a:p>
            <a:r>
              <a:rPr lang="de-DE" sz="4400" dirty="0">
                <a:latin typeface="Abadi" panose="020B0604020104020204" pitchFamily="34" charset="0"/>
              </a:rPr>
              <a:t>Registered report</a:t>
            </a:r>
            <a:endParaRPr lang="en-DE" sz="4400" dirty="0">
              <a:latin typeface="Abadi" panose="020B0604020104020204" pitchFamily="34" charset="0"/>
            </a:endParaRPr>
          </a:p>
        </p:txBody>
      </p:sp>
      <p:pic>
        <p:nvPicPr>
          <p:cNvPr id="5" name="Picture 20" descr="Registered Reports">
            <a:extLst>
              <a:ext uri="{FF2B5EF4-FFF2-40B4-BE49-F238E27FC236}">
                <a16:creationId xmlns:a16="http://schemas.microsoft.com/office/drawing/2014/main" id="{FCD24CCB-C9F6-7A65-2586-53A5889EE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799" y="696143"/>
            <a:ext cx="5022096" cy="5465714"/>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AAE8295E-8350-840A-D8CA-70782C079538}"/>
              </a:ext>
            </a:extLst>
          </p:cNvPr>
          <p:cNvSpPr/>
          <p:nvPr/>
        </p:nvSpPr>
        <p:spPr>
          <a:xfrm>
            <a:off x="5082799" y="1673817"/>
            <a:ext cx="3053811" cy="137934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TextBox 2">
            <a:extLst>
              <a:ext uri="{FF2B5EF4-FFF2-40B4-BE49-F238E27FC236}">
                <a16:creationId xmlns:a16="http://schemas.microsoft.com/office/drawing/2014/main" id="{7BC15570-26CD-D931-3546-6CD2A00B858A}"/>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https://www.cos.io/initiatives/registered-reports</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7" name="Picture 6" descr="A white background with black dots&#10;&#10;AI-generated content may be incorrect.">
            <a:extLst>
              <a:ext uri="{FF2B5EF4-FFF2-40B4-BE49-F238E27FC236}">
                <a16:creationId xmlns:a16="http://schemas.microsoft.com/office/drawing/2014/main" id="{F68EF995-E4A1-7740-8F8E-6D8F2336C384}"/>
              </a:ext>
            </a:extLst>
          </p:cNvPr>
          <p:cNvPicPr>
            <a:picLocks noChangeAspect="1"/>
          </p:cNvPicPr>
          <p:nvPr/>
        </p:nvPicPr>
        <p:blipFill>
          <a:blip r:embed="rId5">
            <a:extLst>
              <a:ext uri="{28A0092B-C50C-407E-A947-70E740481C1C}">
                <a14:useLocalDpi xmlns:a14="http://schemas.microsoft.com/office/drawing/2010/main" val="0"/>
              </a:ext>
            </a:extLst>
          </a:blip>
          <a:srcRect r="61036" b="88080"/>
          <a:stretch>
            <a:fillRect/>
          </a:stretch>
        </p:blipFill>
        <p:spPr>
          <a:xfrm>
            <a:off x="4190015" y="800032"/>
            <a:ext cx="1573480" cy="614342"/>
          </a:xfrm>
          <a:prstGeom prst="rect">
            <a:avLst/>
          </a:prstGeom>
        </p:spPr>
      </p:pic>
      <p:pic>
        <p:nvPicPr>
          <p:cNvPr id="4" name="Graphic 3" descr="Blueprint outline">
            <a:extLst>
              <a:ext uri="{FF2B5EF4-FFF2-40B4-BE49-F238E27FC236}">
                <a16:creationId xmlns:a16="http://schemas.microsoft.com/office/drawing/2014/main" id="{AF7B1CE6-6BC0-5298-2A60-025E207897E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1697949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3AEF-E65B-2ECE-08FD-B71767B12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F47D38-39D1-E651-4437-DFCE30690B2A}"/>
              </a:ext>
            </a:extLst>
          </p:cNvPr>
          <p:cNvSpPr>
            <a:spLocks noGrp="1"/>
          </p:cNvSpPr>
          <p:nvPr>
            <p:ph type="title"/>
          </p:nvPr>
        </p:nvSpPr>
        <p:spPr>
          <a:xfrm>
            <a:off x="762297" y="2628900"/>
            <a:ext cx="3932237" cy="1600200"/>
          </a:xfrm>
        </p:spPr>
        <p:txBody>
          <a:bodyPr>
            <a:normAutofit/>
          </a:bodyPr>
          <a:lstStyle/>
          <a:p>
            <a:r>
              <a:rPr lang="de-DE" sz="4400" dirty="0">
                <a:latin typeface="Abadi" panose="020B0604020104020204" pitchFamily="34" charset="0"/>
              </a:rPr>
              <a:t>Registered report</a:t>
            </a:r>
            <a:endParaRPr lang="en-DE" sz="4400" dirty="0">
              <a:latin typeface="Abadi" panose="020B0604020104020204" pitchFamily="34" charset="0"/>
            </a:endParaRPr>
          </a:p>
        </p:txBody>
      </p:sp>
      <p:pic>
        <p:nvPicPr>
          <p:cNvPr id="5" name="Picture 20" descr="Registered Reports">
            <a:extLst>
              <a:ext uri="{FF2B5EF4-FFF2-40B4-BE49-F238E27FC236}">
                <a16:creationId xmlns:a16="http://schemas.microsoft.com/office/drawing/2014/main" id="{0469544B-5741-B859-A40A-DF9A5FF4B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799" y="696143"/>
            <a:ext cx="5022096" cy="5465714"/>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9F09D565-A328-8BB9-AB40-FC3979028FAB}"/>
              </a:ext>
            </a:extLst>
          </p:cNvPr>
          <p:cNvSpPr/>
          <p:nvPr/>
        </p:nvSpPr>
        <p:spPr>
          <a:xfrm>
            <a:off x="5857714" y="2690892"/>
            <a:ext cx="3038313" cy="656741"/>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TextBox 2">
            <a:extLst>
              <a:ext uri="{FF2B5EF4-FFF2-40B4-BE49-F238E27FC236}">
                <a16:creationId xmlns:a16="http://schemas.microsoft.com/office/drawing/2014/main" id="{C0615047-A2DA-B016-88BC-B989CC1938C8}"/>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https://www.cos.io/initiatives/registered-reports</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7" name="Picture 6" descr="A white background with black dots&#10;&#10;AI-generated content may be incorrect.">
            <a:extLst>
              <a:ext uri="{FF2B5EF4-FFF2-40B4-BE49-F238E27FC236}">
                <a16:creationId xmlns:a16="http://schemas.microsoft.com/office/drawing/2014/main" id="{135BF18F-B6E9-4192-27B2-D852466B3247}"/>
              </a:ext>
            </a:extLst>
          </p:cNvPr>
          <p:cNvPicPr>
            <a:picLocks noChangeAspect="1"/>
          </p:cNvPicPr>
          <p:nvPr/>
        </p:nvPicPr>
        <p:blipFill>
          <a:blip r:embed="rId5">
            <a:extLst>
              <a:ext uri="{28A0092B-C50C-407E-A947-70E740481C1C}">
                <a14:useLocalDpi xmlns:a14="http://schemas.microsoft.com/office/drawing/2010/main" val="0"/>
              </a:ext>
            </a:extLst>
          </a:blip>
          <a:srcRect r="61036" b="88080"/>
          <a:stretch>
            <a:fillRect/>
          </a:stretch>
        </p:blipFill>
        <p:spPr>
          <a:xfrm>
            <a:off x="4190015" y="800032"/>
            <a:ext cx="1573480" cy="614342"/>
          </a:xfrm>
          <a:prstGeom prst="rect">
            <a:avLst/>
          </a:prstGeom>
        </p:spPr>
      </p:pic>
      <p:pic>
        <p:nvPicPr>
          <p:cNvPr id="4" name="Graphic 3" descr="Blueprint outline">
            <a:extLst>
              <a:ext uri="{FF2B5EF4-FFF2-40B4-BE49-F238E27FC236}">
                <a16:creationId xmlns:a16="http://schemas.microsoft.com/office/drawing/2014/main" id="{BED59E59-0939-84A3-8EA0-0FC229F066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1091747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6289D-8010-22C5-4EA7-8ACC6AB2B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D358C-6831-AD86-E965-5273124D8DDF}"/>
              </a:ext>
            </a:extLst>
          </p:cNvPr>
          <p:cNvSpPr>
            <a:spLocks noGrp="1"/>
          </p:cNvSpPr>
          <p:nvPr>
            <p:ph type="title"/>
          </p:nvPr>
        </p:nvSpPr>
        <p:spPr>
          <a:xfrm>
            <a:off x="762297" y="2628900"/>
            <a:ext cx="3932237" cy="1600200"/>
          </a:xfrm>
        </p:spPr>
        <p:txBody>
          <a:bodyPr>
            <a:normAutofit/>
          </a:bodyPr>
          <a:lstStyle/>
          <a:p>
            <a:r>
              <a:rPr lang="de-DE" sz="4400" dirty="0">
                <a:latin typeface="Abadi" panose="020B0604020104020204" pitchFamily="34" charset="0"/>
              </a:rPr>
              <a:t>Registered report</a:t>
            </a:r>
            <a:endParaRPr lang="en-DE" sz="4400" dirty="0">
              <a:latin typeface="Abadi" panose="020B0604020104020204" pitchFamily="34" charset="0"/>
            </a:endParaRPr>
          </a:p>
        </p:txBody>
      </p:sp>
      <p:pic>
        <p:nvPicPr>
          <p:cNvPr id="5" name="Picture 20" descr="Registered Reports">
            <a:extLst>
              <a:ext uri="{FF2B5EF4-FFF2-40B4-BE49-F238E27FC236}">
                <a16:creationId xmlns:a16="http://schemas.microsoft.com/office/drawing/2014/main" id="{61582BF5-81F1-2404-5F84-27B455CE5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799" y="696143"/>
            <a:ext cx="5022096" cy="5465714"/>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1BBB294E-9C7C-3CA1-0444-1B31CCBCFBDA}"/>
              </a:ext>
            </a:extLst>
          </p:cNvPr>
          <p:cNvSpPr/>
          <p:nvPr/>
        </p:nvSpPr>
        <p:spPr>
          <a:xfrm>
            <a:off x="6462792" y="3193617"/>
            <a:ext cx="1782306" cy="656741"/>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TextBox 2">
            <a:extLst>
              <a:ext uri="{FF2B5EF4-FFF2-40B4-BE49-F238E27FC236}">
                <a16:creationId xmlns:a16="http://schemas.microsoft.com/office/drawing/2014/main" id="{4A58A3D0-A975-75C1-AC4F-E2D98C3011D0}"/>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https://www.cos.io/initiatives/registered-reports</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7" name="Picture 6" descr="A white background with black dots&#10;&#10;AI-generated content may be incorrect.">
            <a:extLst>
              <a:ext uri="{FF2B5EF4-FFF2-40B4-BE49-F238E27FC236}">
                <a16:creationId xmlns:a16="http://schemas.microsoft.com/office/drawing/2014/main" id="{A3738058-A609-F4C5-9D26-85AA4340C2C9}"/>
              </a:ext>
            </a:extLst>
          </p:cNvPr>
          <p:cNvPicPr>
            <a:picLocks noChangeAspect="1"/>
          </p:cNvPicPr>
          <p:nvPr/>
        </p:nvPicPr>
        <p:blipFill>
          <a:blip r:embed="rId5">
            <a:extLst>
              <a:ext uri="{28A0092B-C50C-407E-A947-70E740481C1C}">
                <a14:useLocalDpi xmlns:a14="http://schemas.microsoft.com/office/drawing/2010/main" val="0"/>
              </a:ext>
            </a:extLst>
          </a:blip>
          <a:srcRect r="61036" b="88080"/>
          <a:stretch>
            <a:fillRect/>
          </a:stretch>
        </p:blipFill>
        <p:spPr>
          <a:xfrm>
            <a:off x="4190015" y="800032"/>
            <a:ext cx="1573480" cy="614342"/>
          </a:xfrm>
          <a:prstGeom prst="rect">
            <a:avLst/>
          </a:prstGeom>
        </p:spPr>
      </p:pic>
      <p:pic>
        <p:nvPicPr>
          <p:cNvPr id="4" name="Graphic 3" descr="Blueprint outline">
            <a:extLst>
              <a:ext uri="{FF2B5EF4-FFF2-40B4-BE49-F238E27FC236}">
                <a16:creationId xmlns:a16="http://schemas.microsoft.com/office/drawing/2014/main" id="{D9CB42A4-3047-AFB8-D515-4FABDFCC074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292722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F8B7-62C9-A35C-F9BE-A984A3978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6177B-8F3D-88D9-AC19-41FA8E90F546}"/>
              </a:ext>
            </a:extLst>
          </p:cNvPr>
          <p:cNvSpPr>
            <a:spLocks noGrp="1"/>
          </p:cNvSpPr>
          <p:nvPr>
            <p:ph type="title"/>
          </p:nvPr>
        </p:nvSpPr>
        <p:spPr>
          <a:xfrm>
            <a:off x="762297" y="2628900"/>
            <a:ext cx="3932237" cy="1600200"/>
          </a:xfrm>
        </p:spPr>
        <p:txBody>
          <a:bodyPr>
            <a:normAutofit/>
          </a:bodyPr>
          <a:lstStyle/>
          <a:p>
            <a:r>
              <a:rPr lang="de-DE" sz="4400" dirty="0">
                <a:latin typeface="Abadi" panose="020B0604020104020204" pitchFamily="34" charset="0"/>
              </a:rPr>
              <a:t>Registered report</a:t>
            </a:r>
            <a:endParaRPr lang="en-DE" sz="4400" dirty="0">
              <a:latin typeface="Abadi" panose="020B0604020104020204" pitchFamily="34" charset="0"/>
            </a:endParaRPr>
          </a:p>
        </p:txBody>
      </p:sp>
      <p:pic>
        <p:nvPicPr>
          <p:cNvPr id="5" name="Picture 20" descr="Registered Reports">
            <a:extLst>
              <a:ext uri="{FF2B5EF4-FFF2-40B4-BE49-F238E27FC236}">
                <a16:creationId xmlns:a16="http://schemas.microsoft.com/office/drawing/2014/main" id="{E463C10E-4B41-A467-F938-04B7DEB2D6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799" y="696143"/>
            <a:ext cx="5022096" cy="5465714"/>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A7334E43-82AA-F92F-ADFC-A6F2C4CF6E07}"/>
              </a:ext>
            </a:extLst>
          </p:cNvPr>
          <p:cNvSpPr/>
          <p:nvPr/>
        </p:nvSpPr>
        <p:spPr>
          <a:xfrm>
            <a:off x="5638557" y="3874577"/>
            <a:ext cx="3443450" cy="960895"/>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 name="TextBox 3">
            <a:extLst>
              <a:ext uri="{FF2B5EF4-FFF2-40B4-BE49-F238E27FC236}">
                <a16:creationId xmlns:a16="http://schemas.microsoft.com/office/drawing/2014/main" id="{2CA8BBD2-E3D6-4114-B4ED-DD78DD93452B}"/>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https://www.cos.io/initiatives/registered-reports</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9" name="Picture 8" descr="A white background with black dots&#10;&#10;AI-generated content may be incorrect.">
            <a:extLst>
              <a:ext uri="{FF2B5EF4-FFF2-40B4-BE49-F238E27FC236}">
                <a16:creationId xmlns:a16="http://schemas.microsoft.com/office/drawing/2014/main" id="{FBEC869E-C2AA-876D-EA3A-FB719533A4AC}"/>
              </a:ext>
            </a:extLst>
          </p:cNvPr>
          <p:cNvPicPr>
            <a:picLocks noChangeAspect="1"/>
          </p:cNvPicPr>
          <p:nvPr/>
        </p:nvPicPr>
        <p:blipFill>
          <a:blip r:embed="rId5">
            <a:extLst>
              <a:ext uri="{28A0092B-C50C-407E-A947-70E740481C1C}">
                <a14:useLocalDpi xmlns:a14="http://schemas.microsoft.com/office/drawing/2010/main" val="0"/>
              </a:ext>
            </a:extLst>
          </a:blip>
          <a:srcRect r="61036" b="88080"/>
          <a:stretch>
            <a:fillRect/>
          </a:stretch>
        </p:blipFill>
        <p:spPr>
          <a:xfrm>
            <a:off x="4190015" y="800032"/>
            <a:ext cx="1573480" cy="614342"/>
          </a:xfrm>
          <a:prstGeom prst="rect">
            <a:avLst/>
          </a:prstGeom>
        </p:spPr>
      </p:pic>
      <p:pic>
        <p:nvPicPr>
          <p:cNvPr id="6" name="Graphic 5" descr="Blueprint outline">
            <a:extLst>
              <a:ext uri="{FF2B5EF4-FFF2-40B4-BE49-F238E27FC236}">
                <a16:creationId xmlns:a16="http://schemas.microsoft.com/office/drawing/2014/main" id="{47989323-788A-CF69-1AAF-6ECC214CD2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632179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FC654-14D1-21FD-71CA-2D9304F3B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5AFD7-8506-B95C-CC0D-602EF7F781AB}"/>
              </a:ext>
            </a:extLst>
          </p:cNvPr>
          <p:cNvSpPr>
            <a:spLocks noGrp="1"/>
          </p:cNvSpPr>
          <p:nvPr>
            <p:ph type="title"/>
          </p:nvPr>
        </p:nvSpPr>
        <p:spPr>
          <a:xfrm>
            <a:off x="762297" y="2628900"/>
            <a:ext cx="3932237" cy="1600200"/>
          </a:xfrm>
        </p:spPr>
        <p:txBody>
          <a:bodyPr>
            <a:normAutofit/>
          </a:bodyPr>
          <a:lstStyle/>
          <a:p>
            <a:r>
              <a:rPr lang="de-DE" sz="4400" dirty="0">
                <a:latin typeface="Abadi" panose="020B0604020104020204" pitchFamily="34" charset="0"/>
              </a:rPr>
              <a:t>Registered report</a:t>
            </a:r>
            <a:endParaRPr lang="en-DE" sz="4400" dirty="0">
              <a:latin typeface="Abadi" panose="020B0604020104020204" pitchFamily="34" charset="0"/>
            </a:endParaRPr>
          </a:p>
        </p:txBody>
      </p:sp>
      <p:pic>
        <p:nvPicPr>
          <p:cNvPr id="5" name="Picture 20" descr="Registered Reports">
            <a:extLst>
              <a:ext uri="{FF2B5EF4-FFF2-40B4-BE49-F238E27FC236}">
                <a16:creationId xmlns:a16="http://schemas.microsoft.com/office/drawing/2014/main" id="{380EDC43-5769-3A07-09ED-339AD6901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799" y="696143"/>
            <a:ext cx="5022096" cy="5465714"/>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21F55562-1ED3-10F1-2918-1CD173DA3F52}"/>
              </a:ext>
            </a:extLst>
          </p:cNvPr>
          <p:cNvSpPr/>
          <p:nvPr/>
        </p:nvSpPr>
        <p:spPr>
          <a:xfrm>
            <a:off x="5082799" y="4525498"/>
            <a:ext cx="3053811" cy="137934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 name="TextBox 6">
            <a:extLst>
              <a:ext uri="{FF2B5EF4-FFF2-40B4-BE49-F238E27FC236}">
                <a16:creationId xmlns:a16="http://schemas.microsoft.com/office/drawing/2014/main" id="{1ED639AC-9E1A-666E-7D88-659E8C806DFD}"/>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https://www.cos.io/initiatives/registered-reports</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9" name="Picture 8" descr="A white background with black dots&#10;&#10;AI-generated content may be incorrect.">
            <a:extLst>
              <a:ext uri="{FF2B5EF4-FFF2-40B4-BE49-F238E27FC236}">
                <a16:creationId xmlns:a16="http://schemas.microsoft.com/office/drawing/2014/main" id="{DA610897-5CC0-E47F-A244-90197514E51B}"/>
              </a:ext>
            </a:extLst>
          </p:cNvPr>
          <p:cNvPicPr>
            <a:picLocks noChangeAspect="1"/>
          </p:cNvPicPr>
          <p:nvPr/>
        </p:nvPicPr>
        <p:blipFill>
          <a:blip r:embed="rId5">
            <a:extLst>
              <a:ext uri="{28A0092B-C50C-407E-A947-70E740481C1C}">
                <a14:useLocalDpi xmlns:a14="http://schemas.microsoft.com/office/drawing/2010/main" val="0"/>
              </a:ext>
            </a:extLst>
          </a:blip>
          <a:srcRect r="61036" b="88080"/>
          <a:stretch>
            <a:fillRect/>
          </a:stretch>
        </p:blipFill>
        <p:spPr>
          <a:xfrm>
            <a:off x="4190015" y="800032"/>
            <a:ext cx="1573480" cy="614342"/>
          </a:xfrm>
          <a:prstGeom prst="rect">
            <a:avLst/>
          </a:prstGeom>
        </p:spPr>
      </p:pic>
      <p:pic>
        <p:nvPicPr>
          <p:cNvPr id="3" name="Graphic 2" descr="Blueprint outline">
            <a:extLst>
              <a:ext uri="{FF2B5EF4-FFF2-40B4-BE49-F238E27FC236}">
                <a16:creationId xmlns:a16="http://schemas.microsoft.com/office/drawing/2014/main" id="{7C0D9FAA-DE9A-47EF-995E-1F90029390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1632749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4675-BEAF-4FB8-024E-B081C5919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44E62-0135-112D-A192-A1E3750B36FA}"/>
              </a:ext>
            </a:extLst>
          </p:cNvPr>
          <p:cNvSpPr>
            <a:spLocks noGrp="1"/>
          </p:cNvSpPr>
          <p:nvPr>
            <p:ph type="title"/>
          </p:nvPr>
        </p:nvSpPr>
        <p:spPr>
          <a:xfrm>
            <a:off x="762297" y="2628900"/>
            <a:ext cx="3932237" cy="1600200"/>
          </a:xfrm>
        </p:spPr>
        <p:txBody>
          <a:bodyPr>
            <a:normAutofit/>
          </a:bodyPr>
          <a:lstStyle/>
          <a:p>
            <a:r>
              <a:rPr lang="de-DE" sz="4400" dirty="0">
                <a:latin typeface="Abadi" panose="020B0604020104020204" pitchFamily="34" charset="0"/>
              </a:rPr>
              <a:t>Registered report</a:t>
            </a:r>
            <a:endParaRPr lang="en-DE" sz="4400" dirty="0">
              <a:latin typeface="Abadi" panose="020B0604020104020204" pitchFamily="34" charset="0"/>
            </a:endParaRPr>
          </a:p>
        </p:txBody>
      </p:sp>
      <p:pic>
        <p:nvPicPr>
          <p:cNvPr id="5" name="Picture 20" descr="Registered Reports">
            <a:extLst>
              <a:ext uri="{FF2B5EF4-FFF2-40B4-BE49-F238E27FC236}">
                <a16:creationId xmlns:a16="http://schemas.microsoft.com/office/drawing/2014/main" id="{D113107F-ADD9-3847-8A87-D79BE7C8E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799" y="696143"/>
            <a:ext cx="5022096" cy="546571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D149D56-BB9A-33E3-EF73-9A818FD6FBFA}"/>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https://www.cos.io/initiatives/registered-reports</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8" name="Oval 7">
            <a:extLst>
              <a:ext uri="{FF2B5EF4-FFF2-40B4-BE49-F238E27FC236}">
                <a16:creationId xmlns:a16="http://schemas.microsoft.com/office/drawing/2014/main" id="{2F06ABBF-F9DB-AD07-ED9B-18EA509BA06A}"/>
              </a:ext>
            </a:extLst>
          </p:cNvPr>
          <p:cNvSpPr/>
          <p:nvPr/>
        </p:nvSpPr>
        <p:spPr>
          <a:xfrm>
            <a:off x="5517396" y="5666568"/>
            <a:ext cx="3595607" cy="656741"/>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 name="Picture 3" descr="A white background with black dots&#10;&#10;AI-generated content may be incorrect.">
            <a:extLst>
              <a:ext uri="{FF2B5EF4-FFF2-40B4-BE49-F238E27FC236}">
                <a16:creationId xmlns:a16="http://schemas.microsoft.com/office/drawing/2014/main" id="{11B934D9-C614-3908-D7A1-DBAFEBD9AFCF}"/>
              </a:ext>
            </a:extLst>
          </p:cNvPr>
          <p:cNvPicPr>
            <a:picLocks noChangeAspect="1"/>
          </p:cNvPicPr>
          <p:nvPr/>
        </p:nvPicPr>
        <p:blipFill>
          <a:blip r:embed="rId5">
            <a:extLst>
              <a:ext uri="{28A0092B-C50C-407E-A947-70E740481C1C}">
                <a14:useLocalDpi xmlns:a14="http://schemas.microsoft.com/office/drawing/2010/main" val="0"/>
              </a:ext>
            </a:extLst>
          </a:blip>
          <a:srcRect r="61036" b="88080"/>
          <a:stretch>
            <a:fillRect/>
          </a:stretch>
        </p:blipFill>
        <p:spPr>
          <a:xfrm>
            <a:off x="4190015" y="800032"/>
            <a:ext cx="1573480" cy="614342"/>
          </a:xfrm>
          <a:prstGeom prst="rect">
            <a:avLst/>
          </a:prstGeom>
        </p:spPr>
      </p:pic>
      <p:pic>
        <p:nvPicPr>
          <p:cNvPr id="3" name="Graphic 2" descr="Blueprint outline">
            <a:extLst>
              <a:ext uri="{FF2B5EF4-FFF2-40B4-BE49-F238E27FC236}">
                <a16:creationId xmlns:a16="http://schemas.microsoft.com/office/drawing/2014/main" id="{E95EAD43-E270-7CBC-27DF-63AC70C96A4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9028526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 1">
            <a:extLst>
              <a:ext uri="{FF2B5EF4-FFF2-40B4-BE49-F238E27FC236}">
                <a16:creationId xmlns:a16="http://schemas.microsoft.com/office/drawing/2014/main" id="{AB5FB4A4-C5E2-D831-1702-A0D03FC49F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124" t="4887"/>
          <a:stretch>
            <a:fillRect/>
          </a:stretch>
        </p:blipFill>
        <p:spPr bwMode="auto">
          <a:xfrm>
            <a:off x="5067946" y="784117"/>
            <a:ext cx="6189423" cy="528976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0CECADC-4B43-D743-5BB5-13CD18768661}"/>
              </a:ext>
            </a:extLst>
          </p:cNvPr>
          <p:cNvSpPr txBox="1">
            <a:spLocks/>
          </p:cNvSpPr>
          <p:nvPr/>
        </p:nvSpPr>
        <p:spPr>
          <a:xfrm>
            <a:off x="808792" y="2410954"/>
            <a:ext cx="3932237" cy="20360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Registered report vs. </a:t>
            </a:r>
          </a:p>
          <a:p>
            <a:r>
              <a:rPr lang="de-DE" dirty="0">
                <a:latin typeface="Abadi" panose="020B0604020104020204" pitchFamily="34" charset="0"/>
              </a:rPr>
              <a:t>pre-registration</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D412A5E5-4ED4-98A6-01AE-78CE668DCE78}"/>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https://www.nature.com/articles/s41562-021-01193-7</a:t>
            </a:r>
            <a:r>
              <a:rPr lang="de-DE" sz="1200" dirty="0">
                <a:latin typeface="Abadi" panose="020B0604020104020204" pitchFamily="34" charset="0"/>
              </a:rPr>
              <a:t> </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3" name="Graphic 2" descr="Blueprint outline">
            <a:extLst>
              <a:ext uri="{FF2B5EF4-FFF2-40B4-BE49-F238E27FC236}">
                <a16:creationId xmlns:a16="http://schemas.microsoft.com/office/drawing/2014/main" id="{17965F4C-9C1A-F2CD-2273-325C20B6AE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24179573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2B6EA-301E-EBFF-6F7C-D74C7B782A9A}"/>
            </a:ext>
          </a:extLst>
        </p:cNvPr>
        <p:cNvGrpSpPr/>
        <p:nvPr/>
      </p:nvGrpSpPr>
      <p:grpSpPr>
        <a:xfrm>
          <a:off x="0" y="0"/>
          <a:ext cx="0" cy="0"/>
          <a:chOff x="0" y="0"/>
          <a:chExt cx="0" cy="0"/>
        </a:xfrm>
      </p:grpSpPr>
      <p:pic>
        <p:nvPicPr>
          <p:cNvPr id="2050" name="Picture 2" descr="Fig. 1">
            <a:extLst>
              <a:ext uri="{FF2B5EF4-FFF2-40B4-BE49-F238E27FC236}">
                <a16:creationId xmlns:a16="http://schemas.microsoft.com/office/drawing/2014/main" id="{B8F88167-9454-9B9D-6094-F4D2550F58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124" t="4887"/>
          <a:stretch>
            <a:fillRect/>
          </a:stretch>
        </p:blipFill>
        <p:spPr bwMode="auto">
          <a:xfrm>
            <a:off x="5067946" y="784117"/>
            <a:ext cx="6189423" cy="528976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B85F38C-1BAD-A730-B010-81BAAFD984A8}"/>
              </a:ext>
            </a:extLst>
          </p:cNvPr>
          <p:cNvSpPr txBox="1">
            <a:spLocks/>
          </p:cNvSpPr>
          <p:nvPr/>
        </p:nvSpPr>
        <p:spPr>
          <a:xfrm>
            <a:off x="808792" y="2410954"/>
            <a:ext cx="3932237" cy="20360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Registered report vs. </a:t>
            </a:r>
          </a:p>
          <a:p>
            <a:r>
              <a:rPr lang="de-DE" dirty="0">
                <a:latin typeface="Abadi" panose="020B0604020104020204" pitchFamily="34" charset="0"/>
              </a:rPr>
              <a:t>pre-registration</a:t>
            </a:r>
            <a:endParaRPr lang="en-DE" dirty="0">
              <a:latin typeface="Abadi" panose="020B0604020104020204" pitchFamily="34" charset="0"/>
            </a:endParaRPr>
          </a:p>
        </p:txBody>
      </p:sp>
      <p:sp>
        <p:nvSpPr>
          <p:cNvPr id="4" name="Oval 3">
            <a:extLst>
              <a:ext uri="{FF2B5EF4-FFF2-40B4-BE49-F238E27FC236}">
                <a16:creationId xmlns:a16="http://schemas.microsoft.com/office/drawing/2014/main" id="{3B9DF40F-F99D-4E55-7A5C-64A09ECA8A2D}"/>
              </a:ext>
            </a:extLst>
          </p:cNvPr>
          <p:cNvSpPr/>
          <p:nvPr/>
        </p:nvSpPr>
        <p:spPr>
          <a:xfrm>
            <a:off x="5656881" y="3660887"/>
            <a:ext cx="2805193" cy="263471"/>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TextBox 4">
            <a:extLst>
              <a:ext uri="{FF2B5EF4-FFF2-40B4-BE49-F238E27FC236}">
                <a16:creationId xmlns:a16="http://schemas.microsoft.com/office/drawing/2014/main" id="{CBE1FCDC-2368-0566-FB71-6AFF8C62FC56}"/>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https://www.nature.com/articles/s41562-021-01193-7</a:t>
            </a:r>
            <a:r>
              <a:rPr lang="de-DE" sz="1200" dirty="0">
                <a:latin typeface="Abadi" panose="020B0604020104020204" pitchFamily="34" charset="0"/>
              </a:rPr>
              <a:t> </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3" name="Graphic 2" descr="Blueprint outline">
            <a:extLst>
              <a:ext uri="{FF2B5EF4-FFF2-40B4-BE49-F238E27FC236}">
                <a16:creationId xmlns:a16="http://schemas.microsoft.com/office/drawing/2014/main" id="{9C01F471-64A3-CB43-DE7C-5C056878AB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1970314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70066-D73A-14BB-476A-5A1D91020D06}"/>
            </a:ext>
          </a:extLst>
        </p:cNvPr>
        <p:cNvGrpSpPr/>
        <p:nvPr/>
      </p:nvGrpSpPr>
      <p:grpSpPr>
        <a:xfrm>
          <a:off x="0" y="0"/>
          <a:ext cx="0" cy="0"/>
          <a:chOff x="0" y="0"/>
          <a:chExt cx="0" cy="0"/>
        </a:xfrm>
      </p:grpSpPr>
      <p:pic>
        <p:nvPicPr>
          <p:cNvPr id="2050" name="Picture 2" descr="Fig. 1">
            <a:extLst>
              <a:ext uri="{FF2B5EF4-FFF2-40B4-BE49-F238E27FC236}">
                <a16:creationId xmlns:a16="http://schemas.microsoft.com/office/drawing/2014/main" id="{BCC0A4F7-3B90-CB6B-4241-66E6CE8EE1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124" t="4887"/>
          <a:stretch>
            <a:fillRect/>
          </a:stretch>
        </p:blipFill>
        <p:spPr bwMode="auto">
          <a:xfrm>
            <a:off x="5067946" y="784117"/>
            <a:ext cx="6189423" cy="528976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95A4553-6780-CB89-1593-13E2602F4EEF}"/>
              </a:ext>
            </a:extLst>
          </p:cNvPr>
          <p:cNvSpPr txBox="1">
            <a:spLocks/>
          </p:cNvSpPr>
          <p:nvPr/>
        </p:nvSpPr>
        <p:spPr>
          <a:xfrm>
            <a:off x="808792" y="2410954"/>
            <a:ext cx="3932237" cy="20360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Registered report vs. </a:t>
            </a:r>
          </a:p>
          <a:p>
            <a:r>
              <a:rPr lang="de-DE" dirty="0">
                <a:latin typeface="Abadi" panose="020B0604020104020204" pitchFamily="34" charset="0"/>
              </a:rPr>
              <a:t>pre-registration</a:t>
            </a:r>
            <a:endParaRPr lang="en-DE" dirty="0">
              <a:latin typeface="Abadi" panose="020B0604020104020204" pitchFamily="34" charset="0"/>
            </a:endParaRPr>
          </a:p>
        </p:txBody>
      </p:sp>
      <p:sp>
        <p:nvSpPr>
          <p:cNvPr id="4" name="Oval 3">
            <a:extLst>
              <a:ext uri="{FF2B5EF4-FFF2-40B4-BE49-F238E27FC236}">
                <a16:creationId xmlns:a16="http://schemas.microsoft.com/office/drawing/2014/main" id="{BB811B2F-361B-3466-B317-FB92B649A1F4}"/>
              </a:ext>
            </a:extLst>
          </p:cNvPr>
          <p:cNvSpPr/>
          <p:nvPr/>
        </p:nvSpPr>
        <p:spPr>
          <a:xfrm>
            <a:off x="4862946" y="959251"/>
            <a:ext cx="1967345" cy="1257476"/>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TextBox 4">
            <a:extLst>
              <a:ext uri="{FF2B5EF4-FFF2-40B4-BE49-F238E27FC236}">
                <a16:creationId xmlns:a16="http://schemas.microsoft.com/office/drawing/2014/main" id="{C1B3ABCA-F5E2-BDF1-7F4D-B4ED326BAFBD}"/>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https://www.nature.com/articles/s41562-021-01193-7</a:t>
            </a:r>
            <a:r>
              <a:rPr lang="de-DE" sz="1200" dirty="0">
                <a:latin typeface="Abadi" panose="020B0604020104020204" pitchFamily="34" charset="0"/>
              </a:rPr>
              <a:t> </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3" name="Graphic 2" descr="Blueprint outline">
            <a:extLst>
              <a:ext uri="{FF2B5EF4-FFF2-40B4-BE49-F238E27FC236}">
                <a16:creationId xmlns:a16="http://schemas.microsoft.com/office/drawing/2014/main" id="{FBA8433A-9BC3-F568-674F-4B0DDE26D4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7195791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1F22F-8B80-2A58-CD5C-9CA2602B816A}"/>
            </a:ext>
          </a:extLst>
        </p:cNvPr>
        <p:cNvGrpSpPr/>
        <p:nvPr/>
      </p:nvGrpSpPr>
      <p:grpSpPr>
        <a:xfrm>
          <a:off x="0" y="0"/>
          <a:ext cx="0" cy="0"/>
          <a:chOff x="0" y="0"/>
          <a:chExt cx="0" cy="0"/>
        </a:xfrm>
      </p:grpSpPr>
      <p:pic>
        <p:nvPicPr>
          <p:cNvPr id="2050" name="Picture 2" descr="Fig. 1">
            <a:extLst>
              <a:ext uri="{FF2B5EF4-FFF2-40B4-BE49-F238E27FC236}">
                <a16:creationId xmlns:a16="http://schemas.microsoft.com/office/drawing/2014/main" id="{BA58F455-3AEA-2273-2291-24AFC21BA2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124" t="4887"/>
          <a:stretch>
            <a:fillRect/>
          </a:stretch>
        </p:blipFill>
        <p:spPr bwMode="auto">
          <a:xfrm>
            <a:off x="5067946" y="784117"/>
            <a:ext cx="6189423" cy="528976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03B49B0-C117-F767-19FD-6F50C307F108}"/>
              </a:ext>
            </a:extLst>
          </p:cNvPr>
          <p:cNvSpPr txBox="1">
            <a:spLocks/>
          </p:cNvSpPr>
          <p:nvPr/>
        </p:nvSpPr>
        <p:spPr>
          <a:xfrm>
            <a:off x="808792" y="2410954"/>
            <a:ext cx="3932237" cy="20360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dirty="0">
                <a:latin typeface="Abadi" panose="020B0604020104020204" pitchFamily="34" charset="0"/>
              </a:rPr>
              <a:t>Registered report vs. </a:t>
            </a:r>
          </a:p>
          <a:p>
            <a:r>
              <a:rPr lang="de-DE" dirty="0">
                <a:latin typeface="Abadi" panose="020B0604020104020204" pitchFamily="34" charset="0"/>
              </a:rPr>
              <a:t>pre-registration</a:t>
            </a:r>
            <a:endParaRPr lang="en-DE" dirty="0">
              <a:latin typeface="Abadi" panose="020B0604020104020204" pitchFamily="34" charset="0"/>
            </a:endParaRPr>
          </a:p>
        </p:txBody>
      </p:sp>
      <p:sp>
        <p:nvSpPr>
          <p:cNvPr id="3" name="TextBox 2">
            <a:extLst>
              <a:ext uri="{FF2B5EF4-FFF2-40B4-BE49-F238E27FC236}">
                <a16:creationId xmlns:a16="http://schemas.microsoft.com/office/drawing/2014/main" id="{A62E9383-795C-0C6A-2748-07A9678754C6}"/>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https://www.nature.com/articles/s41562-021-01193-7</a:t>
            </a:r>
            <a:r>
              <a:rPr lang="de-DE" sz="1200" dirty="0">
                <a:latin typeface="Abadi" panose="020B0604020104020204" pitchFamily="34" charset="0"/>
              </a:rPr>
              <a:t> </a:t>
            </a:r>
            <a:r>
              <a:rPr lang="en-GB" sz="1200" dirty="0">
                <a:latin typeface="Abadi" panose="020B0604020104020204" pitchFamily="34" charset="0"/>
              </a:rPr>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Oval 3">
            <a:extLst>
              <a:ext uri="{FF2B5EF4-FFF2-40B4-BE49-F238E27FC236}">
                <a16:creationId xmlns:a16="http://schemas.microsoft.com/office/drawing/2014/main" id="{0EBBC597-CF18-9DE2-67F6-1AA20D95E45B}"/>
              </a:ext>
            </a:extLst>
          </p:cNvPr>
          <p:cNvSpPr/>
          <p:nvPr/>
        </p:nvSpPr>
        <p:spPr>
          <a:xfrm>
            <a:off x="5375565" y="5063303"/>
            <a:ext cx="1967345" cy="1257476"/>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5" name="Graphic 4" descr="Blueprint outline">
            <a:extLst>
              <a:ext uri="{FF2B5EF4-FFF2-40B4-BE49-F238E27FC236}">
                <a16:creationId xmlns:a16="http://schemas.microsoft.com/office/drawing/2014/main" id="{917B79DF-23ED-8E0B-7DCC-420059BB3A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10492832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Fig. 1">
            <a:extLst>
              <a:ext uri="{FF2B5EF4-FFF2-40B4-BE49-F238E27FC236}">
                <a16:creationId xmlns:a16="http://schemas.microsoft.com/office/drawing/2014/main" id="{2220F7B0-F876-4E9D-9024-F73452A06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281" y="540393"/>
            <a:ext cx="5437535" cy="57772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E34C331-4F45-C880-0CFF-48A29DC8C494}"/>
              </a:ext>
            </a:extLst>
          </p:cNvPr>
          <p:cNvSpPr txBox="1">
            <a:spLocks/>
          </p:cNvSpPr>
          <p:nvPr/>
        </p:nvSpPr>
        <p:spPr>
          <a:xfrm>
            <a:off x="836502" y="1860038"/>
            <a:ext cx="4012590" cy="313792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Abadi" panose="020B0604020104020204" pitchFamily="34" charset="0"/>
              </a:rPr>
              <a:t>Research quality of RRs vs. the standard publishing model</a:t>
            </a:r>
          </a:p>
        </p:txBody>
      </p:sp>
      <p:sp>
        <p:nvSpPr>
          <p:cNvPr id="3" name="TextBox 2">
            <a:extLst>
              <a:ext uri="{FF2B5EF4-FFF2-40B4-BE49-F238E27FC236}">
                <a16:creationId xmlns:a16="http://schemas.microsoft.com/office/drawing/2014/main" id="{9824749D-08FF-126D-C53A-45F06A5DBD05}"/>
              </a:ext>
            </a:extLst>
          </p:cNvPr>
          <p:cNvSpPr txBox="1"/>
          <p:nvPr/>
        </p:nvSpPr>
        <p:spPr>
          <a:xfrm>
            <a:off x="6088920" y="6567675"/>
            <a:ext cx="6096000" cy="461665"/>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https://www.nature.com/articles/s41562-021-01142-4</a:t>
            </a:r>
            <a:r>
              <a:rPr lang="de-DE" sz="1200" dirty="0">
                <a:latin typeface="Abadi" panose="020B0604020104020204" pitchFamily="34" charset="0"/>
              </a:rPr>
              <a:t> </a:t>
            </a:r>
            <a:endParaRPr lang="en-GB" sz="1200" dirty="0">
              <a:latin typeface="Abadi" panose="020B0604020104020204" pitchFamily="34" charset="0"/>
            </a:endParaRPr>
          </a:p>
          <a:p>
            <a:pPr algn="r"/>
            <a:r>
              <a:rPr lang="de-DE" sz="1200" dirty="0"/>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4" name="Graphic 3" descr="Blueprint outline">
            <a:extLst>
              <a:ext uri="{FF2B5EF4-FFF2-40B4-BE49-F238E27FC236}">
                <a16:creationId xmlns:a16="http://schemas.microsoft.com/office/drawing/2014/main" id="{8A079498-3B90-BF64-CE7E-43A50FBD68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25057544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7B937-7CB9-853B-9B9E-BDA118C999E3}"/>
            </a:ext>
          </a:extLst>
        </p:cNvPr>
        <p:cNvGrpSpPr/>
        <p:nvPr/>
      </p:nvGrpSpPr>
      <p:grpSpPr>
        <a:xfrm>
          <a:off x="0" y="0"/>
          <a:ext cx="0" cy="0"/>
          <a:chOff x="0" y="0"/>
          <a:chExt cx="0" cy="0"/>
        </a:xfrm>
      </p:grpSpPr>
      <p:pic>
        <p:nvPicPr>
          <p:cNvPr id="5122" name="Picture 2" descr="Fig. 1">
            <a:extLst>
              <a:ext uri="{FF2B5EF4-FFF2-40B4-BE49-F238E27FC236}">
                <a16:creationId xmlns:a16="http://schemas.microsoft.com/office/drawing/2014/main" id="{C7ECF748-E313-20E5-36FD-D0930B55A2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281" y="540393"/>
            <a:ext cx="5437535" cy="57772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A3AA917-9C60-1220-69BF-291ED9D30BFE}"/>
              </a:ext>
            </a:extLst>
          </p:cNvPr>
          <p:cNvSpPr txBox="1">
            <a:spLocks/>
          </p:cNvSpPr>
          <p:nvPr/>
        </p:nvSpPr>
        <p:spPr>
          <a:xfrm>
            <a:off x="836502" y="1860038"/>
            <a:ext cx="4012590" cy="313792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Abadi" panose="020B0604020104020204" pitchFamily="34" charset="0"/>
              </a:rPr>
              <a:t>Research quality of RRs vs. the standard publishing model</a:t>
            </a:r>
          </a:p>
        </p:txBody>
      </p:sp>
      <p:sp>
        <p:nvSpPr>
          <p:cNvPr id="3" name="TextBox 2">
            <a:extLst>
              <a:ext uri="{FF2B5EF4-FFF2-40B4-BE49-F238E27FC236}">
                <a16:creationId xmlns:a16="http://schemas.microsoft.com/office/drawing/2014/main" id="{44A873D3-26A2-4AD8-91E9-A6733A1115DE}"/>
              </a:ext>
            </a:extLst>
          </p:cNvPr>
          <p:cNvSpPr txBox="1"/>
          <p:nvPr/>
        </p:nvSpPr>
        <p:spPr>
          <a:xfrm>
            <a:off x="6088920" y="6567675"/>
            <a:ext cx="6096000" cy="461665"/>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https://www.nature.com/articles/s41562-021-01142-4</a:t>
            </a:r>
            <a:r>
              <a:rPr lang="de-DE" sz="1200" dirty="0">
                <a:latin typeface="Abadi" panose="020B0604020104020204" pitchFamily="34" charset="0"/>
              </a:rPr>
              <a:t> </a:t>
            </a:r>
            <a:endParaRPr lang="en-GB" sz="1200" dirty="0">
              <a:latin typeface="Abadi" panose="020B0604020104020204" pitchFamily="34" charset="0"/>
            </a:endParaRPr>
          </a:p>
          <a:p>
            <a:pPr algn="r"/>
            <a:r>
              <a:rPr lang="de-DE" sz="1200" dirty="0"/>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5" name="Oval 4">
            <a:extLst>
              <a:ext uri="{FF2B5EF4-FFF2-40B4-BE49-F238E27FC236}">
                <a16:creationId xmlns:a16="http://schemas.microsoft.com/office/drawing/2014/main" id="{38150DBF-3F26-2D75-1DAC-EE2B4282A5BC}"/>
              </a:ext>
            </a:extLst>
          </p:cNvPr>
          <p:cNvSpPr/>
          <p:nvPr/>
        </p:nvSpPr>
        <p:spPr>
          <a:xfrm rot="5400000">
            <a:off x="7204059" y="-360531"/>
            <a:ext cx="443952" cy="1828801"/>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 name="Graphic 3" descr="Blueprint outline">
            <a:extLst>
              <a:ext uri="{FF2B5EF4-FFF2-40B4-BE49-F238E27FC236}">
                <a16:creationId xmlns:a16="http://schemas.microsoft.com/office/drawing/2014/main" id="{C0B0DC76-856C-BF75-53D7-82D4DF2A75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5647420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A5C4C-F14B-1778-E132-2DE7CA1C3035}"/>
            </a:ext>
          </a:extLst>
        </p:cNvPr>
        <p:cNvGrpSpPr/>
        <p:nvPr/>
      </p:nvGrpSpPr>
      <p:grpSpPr>
        <a:xfrm>
          <a:off x="0" y="0"/>
          <a:ext cx="0" cy="0"/>
          <a:chOff x="0" y="0"/>
          <a:chExt cx="0" cy="0"/>
        </a:xfrm>
      </p:grpSpPr>
      <p:pic>
        <p:nvPicPr>
          <p:cNvPr id="5122" name="Picture 2" descr="Fig. 1">
            <a:extLst>
              <a:ext uri="{FF2B5EF4-FFF2-40B4-BE49-F238E27FC236}">
                <a16:creationId xmlns:a16="http://schemas.microsoft.com/office/drawing/2014/main" id="{2EAD4A47-46EC-9D9E-B146-DD58A4CF48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281" y="540393"/>
            <a:ext cx="5437535" cy="57772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3C5D574-6B76-9483-F553-80082BEE4742}"/>
              </a:ext>
            </a:extLst>
          </p:cNvPr>
          <p:cNvSpPr txBox="1">
            <a:spLocks/>
          </p:cNvSpPr>
          <p:nvPr/>
        </p:nvSpPr>
        <p:spPr>
          <a:xfrm>
            <a:off x="836502" y="1860038"/>
            <a:ext cx="4012590" cy="313792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Abadi" panose="020B0604020104020204" pitchFamily="34" charset="0"/>
              </a:rPr>
              <a:t>Research quality of RRs vs. the standard publishing model</a:t>
            </a:r>
          </a:p>
        </p:txBody>
      </p:sp>
      <p:sp>
        <p:nvSpPr>
          <p:cNvPr id="3" name="TextBox 2">
            <a:extLst>
              <a:ext uri="{FF2B5EF4-FFF2-40B4-BE49-F238E27FC236}">
                <a16:creationId xmlns:a16="http://schemas.microsoft.com/office/drawing/2014/main" id="{C011846F-D4DD-A753-1E62-3FB3D7CB8CF7}"/>
              </a:ext>
            </a:extLst>
          </p:cNvPr>
          <p:cNvSpPr txBox="1"/>
          <p:nvPr/>
        </p:nvSpPr>
        <p:spPr>
          <a:xfrm>
            <a:off x="6088920" y="6567675"/>
            <a:ext cx="6096000" cy="461665"/>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https://www.nature.com/articles/s41562-021-01142-4</a:t>
            </a:r>
            <a:r>
              <a:rPr lang="de-DE" sz="1200" dirty="0">
                <a:latin typeface="Abadi" panose="020B0604020104020204" pitchFamily="34" charset="0"/>
              </a:rPr>
              <a:t> </a:t>
            </a:r>
            <a:endParaRPr lang="en-GB" sz="1200" dirty="0">
              <a:latin typeface="Abadi" panose="020B0604020104020204" pitchFamily="34" charset="0"/>
            </a:endParaRPr>
          </a:p>
          <a:p>
            <a:pPr algn="r"/>
            <a:r>
              <a:rPr lang="de-DE" sz="1200" dirty="0"/>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6" name="Oval 5">
            <a:extLst>
              <a:ext uri="{FF2B5EF4-FFF2-40B4-BE49-F238E27FC236}">
                <a16:creationId xmlns:a16="http://schemas.microsoft.com/office/drawing/2014/main" id="{38B98109-FDBC-8994-82D1-E26546ADD9D7}"/>
              </a:ext>
            </a:extLst>
          </p:cNvPr>
          <p:cNvSpPr/>
          <p:nvPr/>
        </p:nvSpPr>
        <p:spPr>
          <a:xfrm rot="5400000">
            <a:off x="7204059" y="1967042"/>
            <a:ext cx="443952" cy="1828801"/>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 name="Graphic 3" descr="Blueprint outline">
            <a:extLst>
              <a:ext uri="{FF2B5EF4-FFF2-40B4-BE49-F238E27FC236}">
                <a16:creationId xmlns:a16="http://schemas.microsoft.com/office/drawing/2014/main" id="{A6B1E415-A8F6-1462-A3B5-CF86B83D13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6768047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163D6-8E6C-CF14-E1DD-9296EAC179B8}"/>
            </a:ext>
          </a:extLst>
        </p:cNvPr>
        <p:cNvGrpSpPr/>
        <p:nvPr/>
      </p:nvGrpSpPr>
      <p:grpSpPr>
        <a:xfrm>
          <a:off x="0" y="0"/>
          <a:ext cx="0" cy="0"/>
          <a:chOff x="0" y="0"/>
          <a:chExt cx="0" cy="0"/>
        </a:xfrm>
      </p:grpSpPr>
      <p:pic>
        <p:nvPicPr>
          <p:cNvPr id="5122" name="Picture 2" descr="Fig. 1">
            <a:extLst>
              <a:ext uri="{FF2B5EF4-FFF2-40B4-BE49-F238E27FC236}">
                <a16:creationId xmlns:a16="http://schemas.microsoft.com/office/drawing/2014/main" id="{61109E34-F067-C693-4803-E3F702E0E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281" y="540393"/>
            <a:ext cx="5437535" cy="57772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00AB148-6C05-7235-D40F-878E89171300}"/>
              </a:ext>
            </a:extLst>
          </p:cNvPr>
          <p:cNvSpPr txBox="1">
            <a:spLocks/>
          </p:cNvSpPr>
          <p:nvPr/>
        </p:nvSpPr>
        <p:spPr>
          <a:xfrm>
            <a:off x="836502" y="1860038"/>
            <a:ext cx="4012590" cy="313792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Abadi" panose="020B0604020104020204" pitchFamily="34" charset="0"/>
              </a:rPr>
              <a:t>Research quality of RRs vs. the standard publishing model</a:t>
            </a:r>
          </a:p>
        </p:txBody>
      </p:sp>
      <p:sp>
        <p:nvSpPr>
          <p:cNvPr id="3" name="TextBox 2">
            <a:extLst>
              <a:ext uri="{FF2B5EF4-FFF2-40B4-BE49-F238E27FC236}">
                <a16:creationId xmlns:a16="http://schemas.microsoft.com/office/drawing/2014/main" id="{6B4B33B4-42B0-ACC3-C8CE-1447254EE395}"/>
              </a:ext>
            </a:extLst>
          </p:cNvPr>
          <p:cNvSpPr txBox="1"/>
          <p:nvPr/>
        </p:nvSpPr>
        <p:spPr>
          <a:xfrm>
            <a:off x="6088920" y="6567675"/>
            <a:ext cx="6096000" cy="461665"/>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https://www.nature.com/articles/s41562-021-01142-4</a:t>
            </a:r>
            <a:r>
              <a:rPr lang="de-DE" sz="1200" dirty="0">
                <a:latin typeface="Abadi" panose="020B0604020104020204" pitchFamily="34" charset="0"/>
              </a:rPr>
              <a:t> </a:t>
            </a:r>
            <a:endParaRPr lang="en-GB" sz="1200" dirty="0">
              <a:latin typeface="Abadi" panose="020B0604020104020204" pitchFamily="34" charset="0"/>
            </a:endParaRPr>
          </a:p>
          <a:p>
            <a:pPr algn="r"/>
            <a:r>
              <a:rPr lang="de-DE" sz="1200" dirty="0"/>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Oval 3">
            <a:extLst>
              <a:ext uri="{FF2B5EF4-FFF2-40B4-BE49-F238E27FC236}">
                <a16:creationId xmlns:a16="http://schemas.microsoft.com/office/drawing/2014/main" id="{5985B234-5E49-8A2D-4CD6-8F6D9A223EBC}"/>
              </a:ext>
            </a:extLst>
          </p:cNvPr>
          <p:cNvSpPr/>
          <p:nvPr/>
        </p:nvSpPr>
        <p:spPr>
          <a:xfrm rot="5400000">
            <a:off x="7093223" y="4142208"/>
            <a:ext cx="457807" cy="1620983"/>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5" name="Graphic 4" descr="Blueprint outline">
            <a:extLst>
              <a:ext uri="{FF2B5EF4-FFF2-40B4-BE49-F238E27FC236}">
                <a16:creationId xmlns:a16="http://schemas.microsoft.com/office/drawing/2014/main" id="{3543439B-D8E4-57CE-8E3E-9DA852BCE1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3772102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68A8A-97E7-3D3B-F0F5-AA74C9BC66D8}"/>
            </a:ext>
          </a:extLst>
        </p:cNvPr>
        <p:cNvGrpSpPr/>
        <p:nvPr/>
      </p:nvGrpSpPr>
      <p:grpSpPr>
        <a:xfrm>
          <a:off x="0" y="0"/>
          <a:ext cx="0" cy="0"/>
          <a:chOff x="0" y="0"/>
          <a:chExt cx="0" cy="0"/>
        </a:xfrm>
      </p:grpSpPr>
      <p:pic>
        <p:nvPicPr>
          <p:cNvPr id="5122" name="Picture 2" descr="Fig. 1">
            <a:extLst>
              <a:ext uri="{FF2B5EF4-FFF2-40B4-BE49-F238E27FC236}">
                <a16:creationId xmlns:a16="http://schemas.microsoft.com/office/drawing/2014/main" id="{896FCEE4-8AAE-66DB-AFAB-5669ED834D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281" y="540393"/>
            <a:ext cx="5437535" cy="57772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60D3BE9-8DEE-BF0A-E29E-065692C73B17}"/>
              </a:ext>
            </a:extLst>
          </p:cNvPr>
          <p:cNvSpPr txBox="1">
            <a:spLocks/>
          </p:cNvSpPr>
          <p:nvPr/>
        </p:nvSpPr>
        <p:spPr>
          <a:xfrm>
            <a:off x="836502" y="1860038"/>
            <a:ext cx="4012590" cy="313792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Abadi" panose="020B0604020104020204" pitchFamily="34" charset="0"/>
              </a:rPr>
              <a:t>Research quality of RRs vs. the standard publishing model</a:t>
            </a:r>
          </a:p>
        </p:txBody>
      </p:sp>
      <p:sp>
        <p:nvSpPr>
          <p:cNvPr id="3" name="TextBox 2">
            <a:extLst>
              <a:ext uri="{FF2B5EF4-FFF2-40B4-BE49-F238E27FC236}">
                <a16:creationId xmlns:a16="http://schemas.microsoft.com/office/drawing/2014/main" id="{F544613E-CB02-206B-A240-672C0C8837F5}"/>
              </a:ext>
            </a:extLst>
          </p:cNvPr>
          <p:cNvSpPr txBox="1"/>
          <p:nvPr/>
        </p:nvSpPr>
        <p:spPr>
          <a:xfrm>
            <a:off x="6088920" y="6567675"/>
            <a:ext cx="6096000" cy="461665"/>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https://www.nature.com/articles/s41562-021-01142-4</a:t>
            </a:r>
            <a:r>
              <a:rPr lang="de-DE" sz="1200" dirty="0">
                <a:latin typeface="Abadi" panose="020B0604020104020204" pitchFamily="34" charset="0"/>
              </a:rPr>
              <a:t> </a:t>
            </a:r>
            <a:endParaRPr lang="en-GB" sz="1200" dirty="0">
              <a:latin typeface="Abadi" panose="020B0604020104020204" pitchFamily="34" charset="0"/>
            </a:endParaRPr>
          </a:p>
          <a:p>
            <a:pPr algn="r"/>
            <a:r>
              <a:rPr lang="de-DE" sz="1200" dirty="0"/>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5" name="Rectangle 4">
            <a:extLst>
              <a:ext uri="{FF2B5EF4-FFF2-40B4-BE49-F238E27FC236}">
                <a16:creationId xmlns:a16="http://schemas.microsoft.com/office/drawing/2014/main" id="{C587FB47-25BA-B265-131A-A54A369B5653}"/>
              </a:ext>
            </a:extLst>
          </p:cNvPr>
          <p:cNvSpPr/>
          <p:nvPr/>
        </p:nvSpPr>
        <p:spPr>
          <a:xfrm>
            <a:off x="5309940" y="741218"/>
            <a:ext cx="1572119" cy="5375564"/>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 name="Graphic 3" descr="Blueprint outline">
            <a:extLst>
              <a:ext uri="{FF2B5EF4-FFF2-40B4-BE49-F238E27FC236}">
                <a16:creationId xmlns:a16="http://schemas.microsoft.com/office/drawing/2014/main" id="{A7CB1068-70E7-3789-7378-1A7F0905C4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2375292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04315-3FA6-6469-B36E-440A08AC393D}"/>
            </a:ext>
          </a:extLst>
        </p:cNvPr>
        <p:cNvGrpSpPr/>
        <p:nvPr/>
      </p:nvGrpSpPr>
      <p:grpSpPr>
        <a:xfrm>
          <a:off x="0" y="0"/>
          <a:ext cx="0" cy="0"/>
          <a:chOff x="0" y="0"/>
          <a:chExt cx="0" cy="0"/>
        </a:xfrm>
      </p:grpSpPr>
      <p:pic>
        <p:nvPicPr>
          <p:cNvPr id="5122" name="Picture 2" descr="Fig. 1">
            <a:extLst>
              <a:ext uri="{FF2B5EF4-FFF2-40B4-BE49-F238E27FC236}">
                <a16:creationId xmlns:a16="http://schemas.microsoft.com/office/drawing/2014/main" id="{489F6F3F-7381-A72B-46DE-E17FFD4B3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281" y="540393"/>
            <a:ext cx="5437535" cy="57772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391310A-CD23-D9BE-0761-823D3B5A4A94}"/>
              </a:ext>
            </a:extLst>
          </p:cNvPr>
          <p:cNvSpPr txBox="1">
            <a:spLocks/>
          </p:cNvSpPr>
          <p:nvPr/>
        </p:nvSpPr>
        <p:spPr>
          <a:xfrm>
            <a:off x="836502" y="1860038"/>
            <a:ext cx="4012590" cy="313792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Abadi" panose="020B0604020104020204" pitchFamily="34" charset="0"/>
              </a:rPr>
              <a:t>Research quality of RRs vs. the standard publishing model</a:t>
            </a:r>
          </a:p>
        </p:txBody>
      </p:sp>
      <p:sp>
        <p:nvSpPr>
          <p:cNvPr id="3" name="TextBox 2">
            <a:extLst>
              <a:ext uri="{FF2B5EF4-FFF2-40B4-BE49-F238E27FC236}">
                <a16:creationId xmlns:a16="http://schemas.microsoft.com/office/drawing/2014/main" id="{82331EDF-E1B0-16C9-1702-A9A54EC07DCE}"/>
              </a:ext>
            </a:extLst>
          </p:cNvPr>
          <p:cNvSpPr txBox="1"/>
          <p:nvPr/>
        </p:nvSpPr>
        <p:spPr>
          <a:xfrm>
            <a:off x="6088920" y="6567675"/>
            <a:ext cx="6096000" cy="461665"/>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https://www.nature.com/articles/s41562-021-01142-4</a:t>
            </a:r>
            <a:r>
              <a:rPr lang="de-DE" sz="1200" dirty="0">
                <a:latin typeface="Abadi" panose="020B0604020104020204" pitchFamily="34" charset="0"/>
              </a:rPr>
              <a:t> </a:t>
            </a:r>
            <a:endParaRPr lang="en-GB" sz="1200" dirty="0">
              <a:latin typeface="Abadi" panose="020B0604020104020204" pitchFamily="34" charset="0"/>
            </a:endParaRPr>
          </a:p>
          <a:p>
            <a:pPr algn="r"/>
            <a:r>
              <a:rPr lang="de-DE" sz="1200" dirty="0"/>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5" name="Rectangle 4">
            <a:extLst>
              <a:ext uri="{FF2B5EF4-FFF2-40B4-BE49-F238E27FC236}">
                <a16:creationId xmlns:a16="http://schemas.microsoft.com/office/drawing/2014/main" id="{8C3A59B0-260E-4A02-174E-2FD546194C97}"/>
              </a:ext>
            </a:extLst>
          </p:cNvPr>
          <p:cNvSpPr/>
          <p:nvPr/>
        </p:nvSpPr>
        <p:spPr>
          <a:xfrm rot="5400000">
            <a:off x="8552948" y="4179382"/>
            <a:ext cx="461666" cy="4184071"/>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4" name="Graphic 3" descr="Blueprint outline">
            <a:extLst>
              <a:ext uri="{FF2B5EF4-FFF2-40B4-BE49-F238E27FC236}">
                <a16:creationId xmlns:a16="http://schemas.microsoft.com/office/drawing/2014/main" id="{121DCFBF-3923-139B-D77C-42DE121414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1826550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2C0A7-6ECA-40D2-6D6A-5A7B91C11338}"/>
            </a:ext>
          </a:extLst>
        </p:cNvPr>
        <p:cNvGrpSpPr/>
        <p:nvPr/>
      </p:nvGrpSpPr>
      <p:grpSpPr>
        <a:xfrm>
          <a:off x="0" y="0"/>
          <a:ext cx="0" cy="0"/>
          <a:chOff x="0" y="0"/>
          <a:chExt cx="0" cy="0"/>
        </a:xfrm>
      </p:grpSpPr>
      <p:pic>
        <p:nvPicPr>
          <p:cNvPr id="5122" name="Picture 2" descr="Fig. 1">
            <a:extLst>
              <a:ext uri="{FF2B5EF4-FFF2-40B4-BE49-F238E27FC236}">
                <a16:creationId xmlns:a16="http://schemas.microsoft.com/office/drawing/2014/main" id="{2D49C3AE-DDD0-D7AC-BE69-F7177E1B2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281" y="540393"/>
            <a:ext cx="5437535" cy="57772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3E887A9-0271-8BD6-916B-D6C4E296C252}"/>
              </a:ext>
            </a:extLst>
          </p:cNvPr>
          <p:cNvSpPr txBox="1">
            <a:spLocks/>
          </p:cNvSpPr>
          <p:nvPr/>
        </p:nvSpPr>
        <p:spPr>
          <a:xfrm>
            <a:off x="836502" y="1860038"/>
            <a:ext cx="4012590" cy="313792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Abadi" panose="020B0604020104020204" pitchFamily="34" charset="0"/>
              </a:rPr>
              <a:t>Research quality of RRs vs. the standard publishing model</a:t>
            </a:r>
          </a:p>
        </p:txBody>
      </p:sp>
      <p:sp>
        <p:nvSpPr>
          <p:cNvPr id="3" name="TextBox 2">
            <a:extLst>
              <a:ext uri="{FF2B5EF4-FFF2-40B4-BE49-F238E27FC236}">
                <a16:creationId xmlns:a16="http://schemas.microsoft.com/office/drawing/2014/main" id="{E20FF093-349D-9590-E735-4203D96952A0}"/>
              </a:ext>
            </a:extLst>
          </p:cNvPr>
          <p:cNvSpPr txBox="1"/>
          <p:nvPr/>
        </p:nvSpPr>
        <p:spPr>
          <a:xfrm>
            <a:off x="6088920" y="6567675"/>
            <a:ext cx="6096000" cy="461665"/>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hlinkClick r:id="rId4"/>
              </a:rPr>
              <a:t>https://www.nature.com/articles/s41562-021-01142-4</a:t>
            </a:r>
            <a:r>
              <a:rPr lang="de-DE" sz="1200" dirty="0">
                <a:latin typeface="Abadi" panose="020B0604020104020204" pitchFamily="34" charset="0"/>
              </a:rPr>
              <a:t> </a:t>
            </a:r>
            <a:endParaRPr lang="en-GB" sz="1200" dirty="0">
              <a:latin typeface="Abadi" panose="020B0604020104020204" pitchFamily="34" charset="0"/>
            </a:endParaRPr>
          </a:p>
          <a:p>
            <a:pPr algn="r"/>
            <a:r>
              <a:rPr lang="de-DE" sz="1200" dirty="0"/>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Rectangle 3">
            <a:extLst>
              <a:ext uri="{FF2B5EF4-FFF2-40B4-BE49-F238E27FC236}">
                <a16:creationId xmlns:a16="http://schemas.microsoft.com/office/drawing/2014/main" id="{9BE040B7-96EC-0635-D0D7-0CB12B75842E}"/>
              </a:ext>
            </a:extLst>
          </p:cNvPr>
          <p:cNvSpPr/>
          <p:nvPr/>
        </p:nvSpPr>
        <p:spPr>
          <a:xfrm>
            <a:off x="8039286" y="644236"/>
            <a:ext cx="2836530" cy="5375564"/>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5" name="Graphic 4" descr="Blueprint outline">
            <a:extLst>
              <a:ext uri="{FF2B5EF4-FFF2-40B4-BE49-F238E27FC236}">
                <a16:creationId xmlns:a16="http://schemas.microsoft.com/office/drawing/2014/main" id="{AF207F87-5191-0C2A-360A-90974B71FA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96600" y="113506"/>
            <a:ext cx="914400" cy="914400"/>
          </a:xfrm>
          <a:prstGeom prst="rect">
            <a:avLst/>
          </a:prstGeom>
        </p:spPr>
      </p:pic>
    </p:spTree>
    <p:extLst>
      <p:ext uri="{BB962C8B-B14F-4D97-AF65-F5344CB8AC3E}">
        <p14:creationId xmlns:p14="http://schemas.microsoft.com/office/powerpoint/2010/main" val="28622999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FABD8-E35A-9E42-F046-080F85AA5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40C63-4F07-76B6-496D-6F3A201BA8C7}"/>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2072DAD-B80A-5DE4-6624-1CB5AB29BD95}"/>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184D88F9-475E-1980-C688-C8F649C3AEC9}"/>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7386A84E-18C5-872B-8065-6C6E277EEF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cxnSp>
        <p:nvCxnSpPr>
          <p:cNvPr id="9" name="Straight Arrow Connector 8">
            <a:extLst>
              <a:ext uri="{FF2B5EF4-FFF2-40B4-BE49-F238E27FC236}">
                <a16:creationId xmlns:a16="http://schemas.microsoft.com/office/drawing/2014/main" id="{DD2C578D-4174-B726-2409-F6CCE4E5625D}"/>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1A39958-6AD0-9141-0F26-3194538B50BE}"/>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C8581B3-A7AA-3529-55EA-F50F0EEFE050}"/>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9847ADB-39F6-3D0C-7846-17FD92EC24B4}"/>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7" name="Graphic 26" descr="Blueprint outline">
            <a:extLst>
              <a:ext uri="{FF2B5EF4-FFF2-40B4-BE49-F238E27FC236}">
                <a16:creationId xmlns:a16="http://schemas.microsoft.com/office/drawing/2014/main" id="{CA828D4C-741F-2CEF-B3E9-564BD3F15BC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2204" y="1689145"/>
            <a:ext cx="914400" cy="914400"/>
          </a:xfrm>
          <a:prstGeom prst="rect">
            <a:avLst/>
          </a:prstGeom>
        </p:spPr>
      </p:pic>
      <p:sp>
        <p:nvSpPr>
          <p:cNvPr id="28" name="TextBox 27">
            <a:extLst>
              <a:ext uri="{FF2B5EF4-FFF2-40B4-BE49-F238E27FC236}">
                <a16:creationId xmlns:a16="http://schemas.microsoft.com/office/drawing/2014/main" id="{F13B65D3-5281-D2B8-EA42-8190DB0FFFFF}"/>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30" name="TextBox 29">
            <a:extLst>
              <a:ext uri="{FF2B5EF4-FFF2-40B4-BE49-F238E27FC236}">
                <a16:creationId xmlns:a16="http://schemas.microsoft.com/office/drawing/2014/main" id="{E753CEE8-D0F0-AC36-9329-DD538D8C9C99}"/>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24" name="TextBox 23">
            <a:extLst>
              <a:ext uri="{FF2B5EF4-FFF2-40B4-BE49-F238E27FC236}">
                <a16:creationId xmlns:a16="http://schemas.microsoft.com/office/drawing/2014/main" id="{3AE07695-B767-AD52-464B-A17B1AEF7496}"/>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cxnSp>
        <p:nvCxnSpPr>
          <p:cNvPr id="26" name="Straight Arrow Connector 25">
            <a:extLst>
              <a:ext uri="{FF2B5EF4-FFF2-40B4-BE49-F238E27FC236}">
                <a16:creationId xmlns:a16="http://schemas.microsoft.com/office/drawing/2014/main" id="{AF57354E-DF8C-220C-3F66-61861B96A9DA}"/>
              </a:ext>
            </a:extLst>
          </p:cNvPr>
          <p:cNvCxnSpPr>
            <a:cxnSpLocks/>
          </p:cNvCxnSpPr>
          <p:nvPr/>
        </p:nvCxnSpPr>
        <p:spPr>
          <a:xfrm flipV="1">
            <a:off x="2509180" y="2402965"/>
            <a:ext cx="2093668" cy="849779"/>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816A3914-310F-AF69-95A4-AFDFF4663C3F}"/>
              </a:ext>
            </a:extLst>
          </p:cNvPr>
          <p:cNvSpPr/>
          <p:nvPr/>
        </p:nvSpPr>
        <p:spPr>
          <a:xfrm>
            <a:off x="8626695" y="2401157"/>
            <a:ext cx="3250123" cy="2281422"/>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TextBox 2">
            <a:extLst>
              <a:ext uri="{FF2B5EF4-FFF2-40B4-BE49-F238E27FC236}">
                <a16:creationId xmlns:a16="http://schemas.microsoft.com/office/drawing/2014/main" id="{9D1CC08A-7C49-C968-99CD-3977248A01D3}"/>
              </a:ext>
            </a:extLst>
          </p:cNvPr>
          <p:cNvSpPr txBox="1"/>
          <p:nvPr/>
        </p:nvSpPr>
        <p:spPr>
          <a:xfrm>
            <a:off x="481263" y="3223736"/>
            <a:ext cx="3460751" cy="1831271"/>
          </a:xfrm>
          <a:prstGeom prst="rect">
            <a:avLst/>
          </a:prstGeom>
          <a:noFill/>
        </p:spPr>
        <p:txBody>
          <a:bodyPr wrap="square" rtlCol="0">
            <a:spAutoFit/>
          </a:bodyPr>
          <a:lstStyle/>
          <a:p>
            <a:pPr>
              <a:spcAft>
                <a:spcPts val="600"/>
              </a:spcAft>
            </a:pPr>
            <a:r>
              <a:rPr lang="en-GB" b="1" dirty="0">
                <a:latin typeface="Abadi" panose="020B0604020104020204" pitchFamily="34" charset="0"/>
              </a:rPr>
              <a:t>Project management</a:t>
            </a:r>
          </a:p>
          <a:p>
            <a:pPr marL="285750" indent="-285750">
              <a:buFont typeface="Arial" panose="020B0604020202020204" pitchFamily="34" charset="0"/>
              <a:buChar char="•"/>
            </a:pPr>
            <a:r>
              <a:rPr lang="en-GB" dirty="0">
                <a:latin typeface="Abadi" panose="020B0604020104020204" pitchFamily="34" charset="0"/>
              </a:rPr>
              <a:t>Infrastructure</a:t>
            </a:r>
          </a:p>
          <a:p>
            <a:pPr marL="285750" indent="-285750">
              <a:buFont typeface="Arial" panose="020B0604020202020204" pitchFamily="34" charset="0"/>
              <a:buChar char="•"/>
            </a:pPr>
            <a:r>
              <a:rPr lang="en-GB" dirty="0">
                <a:latin typeface="Abadi" panose="020B0604020104020204" pitchFamily="34" charset="0"/>
              </a:rPr>
              <a:t>Backup / version control</a:t>
            </a:r>
          </a:p>
          <a:p>
            <a:pPr marL="285750" indent="-285750">
              <a:buFont typeface="Arial" panose="020B0604020202020204" pitchFamily="34" charset="0"/>
              <a:buChar char="•"/>
            </a:pPr>
            <a:r>
              <a:rPr lang="en-GB" dirty="0">
                <a:latin typeface="Abadi" panose="020B0604020104020204" pitchFamily="34" charset="0"/>
              </a:rPr>
              <a:t>Code quality</a:t>
            </a:r>
            <a:r>
              <a:rPr lang="ru-RU" dirty="0">
                <a:latin typeface="Abadi" panose="020B0604020104020204" pitchFamily="34" charset="0"/>
              </a:rPr>
              <a:t> </a:t>
            </a:r>
            <a:r>
              <a:rPr lang="de-DE" dirty="0">
                <a:latin typeface="Abadi" panose="020B0604020104020204" pitchFamily="34" charset="0"/>
              </a:rPr>
              <a:t>&amp; d</a:t>
            </a:r>
            <a:r>
              <a:rPr lang="en-GB" dirty="0">
                <a:latin typeface="Abadi" panose="020B0604020104020204" pitchFamily="34" charset="0"/>
              </a:rPr>
              <a:t>ocumentation</a:t>
            </a:r>
          </a:p>
          <a:p>
            <a:pPr marL="285750" indent="-285750">
              <a:buFont typeface="Arial" panose="020B0604020202020204" pitchFamily="34" charset="0"/>
              <a:buChar char="•"/>
            </a:pPr>
            <a:r>
              <a:rPr lang="en-GB" dirty="0">
                <a:latin typeface="Abadi" panose="020B0604020104020204" pitchFamily="34" charset="0"/>
              </a:rPr>
              <a:t>Data archiving</a:t>
            </a:r>
          </a:p>
          <a:p>
            <a:pPr marL="285750" indent="-285750">
              <a:buFont typeface="Arial" panose="020B0604020202020204" pitchFamily="34" charset="0"/>
              <a:buChar char="•"/>
            </a:pPr>
            <a:r>
              <a:rPr lang="en-GB" dirty="0">
                <a:latin typeface="Abadi" panose="020B0604020104020204" pitchFamily="34" charset="0"/>
              </a:rPr>
              <a:t>Report writing</a:t>
            </a:r>
            <a:endParaRPr lang="en-DE" dirty="0">
              <a:latin typeface="Abadi" panose="020B0604020104020204" pitchFamily="34" charset="0"/>
            </a:endParaRPr>
          </a:p>
        </p:txBody>
      </p:sp>
      <p:cxnSp>
        <p:nvCxnSpPr>
          <p:cNvPr id="4" name="Straight Arrow Connector 3">
            <a:extLst>
              <a:ext uri="{FF2B5EF4-FFF2-40B4-BE49-F238E27FC236}">
                <a16:creationId xmlns:a16="http://schemas.microsoft.com/office/drawing/2014/main" id="{0434DD64-145C-7AA3-D0E8-409BFBCC5D04}"/>
              </a:ext>
            </a:extLst>
          </p:cNvPr>
          <p:cNvCxnSpPr>
            <a:cxnSpLocks/>
          </p:cNvCxnSpPr>
          <p:nvPr/>
        </p:nvCxnSpPr>
        <p:spPr>
          <a:xfrm>
            <a:off x="2361205" y="4823201"/>
            <a:ext cx="2545299" cy="704157"/>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5" name="Graphic 4" descr="Hierarchy outline">
            <a:extLst>
              <a:ext uri="{FF2B5EF4-FFF2-40B4-BE49-F238E27FC236}">
                <a16:creationId xmlns:a16="http://schemas.microsoft.com/office/drawing/2014/main" id="{0CAA0048-63DD-CBA8-F22C-EC5078AB113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0343" y="2416125"/>
            <a:ext cx="914400" cy="914400"/>
          </a:xfrm>
          <a:prstGeom prst="rect">
            <a:avLst/>
          </a:prstGeom>
        </p:spPr>
      </p:pic>
    </p:spTree>
    <p:extLst>
      <p:ext uri="{BB962C8B-B14F-4D97-AF65-F5344CB8AC3E}">
        <p14:creationId xmlns:p14="http://schemas.microsoft.com/office/powerpoint/2010/main" val="2300755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84AF8-6CBD-93C2-5262-7F094E4AE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5C9C8-0A7A-805A-C3DC-DCA6C3D3F608}"/>
              </a:ext>
            </a:extLst>
          </p:cNvPr>
          <p:cNvSpPr>
            <a:spLocks noGrp="1"/>
          </p:cNvSpPr>
          <p:nvPr>
            <p:ph type="title"/>
          </p:nvPr>
        </p:nvSpPr>
        <p:spPr/>
        <p:txBody>
          <a:bodyPr/>
          <a:lstStyle/>
          <a:p>
            <a:r>
              <a:rPr lang="en-GB" dirty="0">
                <a:latin typeface="Abadi" panose="020B0604020104020204" pitchFamily="34" charset="0"/>
                <a:ea typeface="Calibri" panose="020F0502020204030204" pitchFamily="34" charset="0"/>
                <a:cs typeface="Calibri" panose="020F0502020204030204" pitchFamily="34" charset="0"/>
              </a:rPr>
              <a:t>Typical research cycle</a:t>
            </a:r>
            <a:endParaRPr lang="en-DE" dirty="0">
              <a:latin typeface="Abadi" panose="020B060402010402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298C488-7712-0539-E1C4-253F106CDBA8}"/>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latin typeface="Abadi" panose="020B0604020104020204" pitchFamily="34" charset="0"/>
                <a:ea typeface="Calibri" panose="020F0502020204030204" pitchFamily="34" charset="0"/>
                <a:cs typeface="Calibri" panose="020F0502020204030204" pitchFamily="34" charset="0"/>
                <a:hlinkClick r:id="rId2"/>
              </a:rPr>
              <a:t>https://www.cos.io/initiatives/registered-reports</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12" name="Rectangle 11">
            <a:extLst>
              <a:ext uri="{FF2B5EF4-FFF2-40B4-BE49-F238E27FC236}">
                <a16:creationId xmlns:a16="http://schemas.microsoft.com/office/drawing/2014/main" id="{8CCC2CCC-8972-620B-6002-76B995A26C68}"/>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13" name="Picture 12" descr="A diagram of a diagram&#10;&#10;AI-generated content may be incorrect.">
            <a:extLst>
              <a:ext uri="{FF2B5EF4-FFF2-40B4-BE49-F238E27FC236}">
                <a16:creationId xmlns:a16="http://schemas.microsoft.com/office/drawing/2014/main" id="{9DF02ABA-4A8A-F461-4032-08529A3B4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cxnSp>
        <p:nvCxnSpPr>
          <p:cNvPr id="9" name="Straight Arrow Connector 8">
            <a:extLst>
              <a:ext uri="{FF2B5EF4-FFF2-40B4-BE49-F238E27FC236}">
                <a16:creationId xmlns:a16="http://schemas.microsoft.com/office/drawing/2014/main" id="{A4C9446F-1485-531C-D56C-D1E57DC99C82}"/>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00051BD-5CB2-79CC-0E6E-69B5B4012343}"/>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4E49340-C981-F782-7AF0-720AE108A5D3}"/>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6849482F-14A4-84A6-9260-D6358C3A4AC7}"/>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7" name="Graphic 26" descr="Blueprint outline">
            <a:extLst>
              <a:ext uri="{FF2B5EF4-FFF2-40B4-BE49-F238E27FC236}">
                <a16:creationId xmlns:a16="http://schemas.microsoft.com/office/drawing/2014/main" id="{7940E7EC-316A-7C63-149C-DFF89F02FD1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2204" y="1689145"/>
            <a:ext cx="914400" cy="914400"/>
          </a:xfrm>
          <a:prstGeom prst="rect">
            <a:avLst/>
          </a:prstGeom>
        </p:spPr>
      </p:pic>
      <p:sp>
        <p:nvSpPr>
          <p:cNvPr id="28" name="TextBox 27">
            <a:extLst>
              <a:ext uri="{FF2B5EF4-FFF2-40B4-BE49-F238E27FC236}">
                <a16:creationId xmlns:a16="http://schemas.microsoft.com/office/drawing/2014/main" id="{18E67802-2651-CB9E-5043-D053F536977F}"/>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30" name="TextBox 29">
            <a:extLst>
              <a:ext uri="{FF2B5EF4-FFF2-40B4-BE49-F238E27FC236}">
                <a16:creationId xmlns:a16="http://schemas.microsoft.com/office/drawing/2014/main" id="{08F186BD-E2B0-0623-DD55-A0EEFA2862A3}"/>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24" name="TextBox 23">
            <a:extLst>
              <a:ext uri="{FF2B5EF4-FFF2-40B4-BE49-F238E27FC236}">
                <a16:creationId xmlns:a16="http://schemas.microsoft.com/office/drawing/2014/main" id="{0F47DB31-E9F4-42C9-7617-045B34FCC96A}"/>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cxnSp>
        <p:nvCxnSpPr>
          <p:cNvPr id="26" name="Straight Arrow Connector 25">
            <a:extLst>
              <a:ext uri="{FF2B5EF4-FFF2-40B4-BE49-F238E27FC236}">
                <a16:creationId xmlns:a16="http://schemas.microsoft.com/office/drawing/2014/main" id="{0AE074FC-0A54-CE38-2CD8-766D8D1C3C2D}"/>
              </a:ext>
            </a:extLst>
          </p:cNvPr>
          <p:cNvCxnSpPr>
            <a:cxnSpLocks/>
          </p:cNvCxnSpPr>
          <p:nvPr/>
        </p:nvCxnSpPr>
        <p:spPr>
          <a:xfrm flipV="1">
            <a:off x="2509180" y="2402965"/>
            <a:ext cx="2093668" cy="849779"/>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36A6FCD-5B45-B3EE-BB1A-77C98034E46F}"/>
              </a:ext>
            </a:extLst>
          </p:cNvPr>
          <p:cNvSpPr txBox="1"/>
          <p:nvPr/>
        </p:nvSpPr>
        <p:spPr>
          <a:xfrm>
            <a:off x="481263" y="3223736"/>
            <a:ext cx="3460751" cy="1831271"/>
          </a:xfrm>
          <a:prstGeom prst="rect">
            <a:avLst/>
          </a:prstGeom>
          <a:noFill/>
        </p:spPr>
        <p:txBody>
          <a:bodyPr wrap="square" rtlCol="0">
            <a:spAutoFit/>
          </a:bodyPr>
          <a:lstStyle/>
          <a:p>
            <a:pPr>
              <a:spcAft>
                <a:spcPts val="600"/>
              </a:spcAft>
            </a:pPr>
            <a:r>
              <a:rPr lang="en-GB" b="1" dirty="0">
                <a:latin typeface="Abadi" panose="020B0604020104020204" pitchFamily="34" charset="0"/>
              </a:rPr>
              <a:t>Project management</a:t>
            </a:r>
          </a:p>
          <a:p>
            <a:pPr marL="285750" indent="-285750">
              <a:buFont typeface="Arial" panose="020B0604020202020204" pitchFamily="34" charset="0"/>
              <a:buChar char="•"/>
            </a:pPr>
            <a:r>
              <a:rPr lang="en-GB" dirty="0">
                <a:latin typeface="Abadi" panose="020B0604020104020204" pitchFamily="34" charset="0"/>
              </a:rPr>
              <a:t>Infrastructure</a:t>
            </a:r>
          </a:p>
          <a:p>
            <a:pPr marL="285750" indent="-285750">
              <a:buFont typeface="Arial" panose="020B0604020202020204" pitchFamily="34" charset="0"/>
              <a:buChar char="•"/>
            </a:pPr>
            <a:r>
              <a:rPr lang="en-GB" dirty="0">
                <a:latin typeface="Abadi" panose="020B0604020104020204" pitchFamily="34" charset="0"/>
              </a:rPr>
              <a:t>Backup / version control</a:t>
            </a:r>
          </a:p>
          <a:p>
            <a:pPr marL="285750" indent="-285750">
              <a:buFont typeface="Arial" panose="020B0604020202020204" pitchFamily="34" charset="0"/>
              <a:buChar char="•"/>
            </a:pPr>
            <a:r>
              <a:rPr lang="en-GB" dirty="0">
                <a:latin typeface="Abadi" panose="020B0604020104020204" pitchFamily="34" charset="0"/>
              </a:rPr>
              <a:t>Code quality</a:t>
            </a:r>
            <a:r>
              <a:rPr lang="ru-RU" dirty="0">
                <a:latin typeface="Abadi" panose="020B0604020104020204" pitchFamily="34" charset="0"/>
              </a:rPr>
              <a:t> </a:t>
            </a:r>
            <a:r>
              <a:rPr lang="de-DE" dirty="0">
                <a:latin typeface="Abadi" panose="020B0604020104020204" pitchFamily="34" charset="0"/>
              </a:rPr>
              <a:t>&amp; d</a:t>
            </a:r>
            <a:r>
              <a:rPr lang="en-GB" dirty="0">
                <a:latin typeface="Abadi" panose="020B0604020104020204" pitchFamily="34" charset="0"/>
              </a:rPr>
              <a:t>ocumentation</a:t>
            </a:r>
          </a:p>
          <a:p>
            <a:pPr marL="285750" indent="-285750">
              <a:buFont typeface="Arial" panose="020B0604020202020204" pitchFamily="34" charset="0"/>
              <a:buChar char="•"/>
            </a:pPr>
            <a:r>
              <a:rPr lang="en-GB" dirty="0">
                <a:latin typeface="Abadi" panose="020B0604020104020204" pitchFamily="34" charset="0"/>
              </a:rPr>
              <a:t>Data archiving</a:t>
            </a:r>
          </a:p>
          <a:p>
            <a:pPr marL="285750" indent="-285750">
              <a:buFont typeface="Arial" panose="020B0604020202020204" pitchFamily="34" charset="0"/>
              <a:buChar char="•"/>
            </a:pPr>
            <a:r>
              <a:rPr lang="en-GB" dirty="0">
                <a:latin typeface="Abadi" panose="020B0604020104020204" pitchFamily="34" charset="0"/>
              </a:rPr>
              <a:t>Report writing</a:t>
            </a:r>
            <a:endParaRPr lang="en-DE" dirty="0">
              <a:latin typeface="Abadi" panose="020B0604020104020204" pitchFamily="34" charset="0"/>
            </a:endParaRPr>
          </a:p>
        </p:txBody>
      </p:sp>
      <p:cxnSp>
        <p:nvCxnSpPr>
          <p:cNvPr id="4" name="Straight Arrow Connector 3">
            <a:extLst>
              <a:ext uri="{FF2B5EF4-FFF2-40B4-BE49-F238E27FC236}">
                <a16:creationId xmlns:a16="http://schemas.microsoft.com/office/drawing/2014/main" id="{FCBD74DF-D62B-28CC-713A-6E3044BCD1C1}"/>
              </a:ext>
            </a:extLst>
          </p:cNvPr>
          <p:cNvCxnSpPr>
            <a:cxnSpLocks/>
          </p:cNvCxnSpPr>
          <p:nvPr/>
        </p:nvCxnSpPr>
        <p:spPr>
          <a:xfrm>
            <a:off x="2361205" y="4823201"/>
            <a:ext cx="2545299" cy="704157"/>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5" name="Graphic 4" descr="Hierarchy outline">
            <a:extLst>
              <a:ext uri="{FF2B5EF4-FFF2-40B4-BE49-F238E27FC236}">
                <a16:creationId xmlns:a16="http://schemas.microsoft.com/office/drawing/2014/main" id="{10E8B685-51B4-D84E-24F7-CFC6C02942C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0343" y="2416125"/>
            <a:ext cx="914400" cy="914400"/>
          </a:xfrm>
          <a:prstGeom prst="rect">
            <a:avLst/>
          </a:prstGeom>
        </p:spPr>
      </p:pic>
      <p:sp>
        <p:nvSpPr>
          <p:cNvPr id="7" name="Rectangle 6">
            <a:extLst>
              <a:ext uri="{FF2B5EF4-FFF2-40B4-BE49-F238E27FC236}">
                <a16:creationId xmlns:a16="http://schemas.microsoft.com/office/drawing/2014/main" id="{80F459ED-6C65-E9F8-6CC5-4301051ECBB0}"/>
              </a:ext>
            </a:extLst>
          </p:cNvPr>
          <p:cNvSpPr/>
          <p:nvPr/>
        </p:nvSpPr>
        <p:spPr>
          <a:xfrm>
            <a:off x="443171" y="3582860"/>
            <a:ext cx="3460751" cy="1472147"/>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9174650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3160E-BED0-0C1D-3438-BB243410D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738C2-E470-E5E4-A79D-791C6D675C43}"/>
              </a:ext>
            </a:extLst>
          </p:cNvPr>
          <p:cNvSpPr>
            <a:spLocks noGrp="1"/>
          </p:cNvSpPr>
          <p:nvPr>
            <p:ph type="title"/>
          </p:nvPr>
        </p:nvSpPr>
        <p:spPr/>
        <p:txBody>
          <a:bodyPr/>
          <a:lstStyle/>
          <a:p>
            <a:r>
              <a:rPr lang="en-GB" dirty="0">
                <a:latin typeface="Abadi" panose="020B0604020104020204" pitchFamily="34" charset="0"/>
              </a:rPr>
              <a:t>Project management</a:t>
            </a:r>
            <a:endParaRPr lang="en-DE" dirty="0">
              <a:latin typeface="Abadi" panose="020B0604020104020204" pitchFamily="34" charset="0"/>
            </a:endParaRPr>
          </a:p>
        </p:txBody>
      </p:sp>
      <p:sp>
        <p:nvSpPr>
          <p:cNvPr id="3" name="Text Placeholder 2">
            <a:extLst>
              <a:ext uri="{FF2B5EF4-FFF2-40B4-BE49-F238E27FC236}">
                <a16:creationId xmlns:a16="http://schemas.microsoft.com/office/drawing/2014/main" id="{11EC840D-EB45-56FF-6B1C-FB929F108437}"/>
              </a:ext>
            </a:extLst>
          </p:cNvPr>
          <p:cNvSpPr>
            <a:spLocks noGrp="1"/>
          </p:cNvSpPr>
          <p:nvPr>
            <p:ph type="body" idx="1"/>
          </p:nvPr>
        </p:nvSpPr>
        <p:spPr/>
        <p:txBody>
          <a:bodyPr/>
          <a:lstStyle/>
          <a:p>
            <a:r>
              <a:rPr lang="en-GB" dirty="0"/>
              <a:t>A workflow for transparent, reproducible research</a:t>
            </a:r>
            <a:endParaRPr lang="en-DE" dirty="0"/>
          </a:p>
        </p:txBody>
      </p:sp>
      <p:pic>
        <p:nvPicPr>
          <p:cNvPr id="6" name="Graphic 5" descr="Hierarchy outline">
            <a:extLst>
              <a:ext uri="{FF2B5EF4-FFF2-40B4-BE49-F238E27FC236}">
                <a16:creationId xmlns:a16="http://schemas.microsoft.com/office/drawing/2014/main" id="{680AA862-8ACB-F43F-ED7F-87536F5C90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42273561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6925-3856-2D45-273B-911342EEEA55}"/>
              </a:ext>
            </a:extLst>
          </p:cNvPr>
          <p:cNvSpPr>
            <a:spLocks noGrp="1"/>
          </p:cNvSpPr>
          <p:nvPr>
            <p:ph type="title"/>
          </p:nvPr>
        </p:nvSpPr>
        <p:spPr/>
        <p:txBody>
          <a:bodyPr/>
          <a:lstStyle/>
          <a:p>
            <a:r>
              <a:rPr lang="en-GB" dirty="0">
                <a:latin typeface="Abadi" panose="020B0604020104020204" pitchFamily="34" charset="0"/>
              </a:rPr>
              <a:t>Workflow in a broad sense</a:t>
            </a:r>
            <a:endParaRPr lang="en-DE" dirty="0"/>
          </a:p>
        </p:txBody>
      </p:sp>
      <p:sp>
        <p:nvSpPr>
          <p:cNvPr id="3" name="Content Placeholder 2">
            <a:extLst>
              <a:ext uri="{FF2B5EF4-FFF2-40B4-BE49-F238E27FC236}">
                <a16:creationId xmlns:a16="http://schemas.microsoft.com/office/drawing/2014/main" id="{7BE07C0D-302C-2612-843D-C2A7064955D3}"/>
              </a:ext>
            </a:extLst>
          </p:cNvPr>
          <p:cNvSpPr>
            <a:spLocks noGrp="1"/>
          </p:cNvSpPr>
          <p:nvPr>
            <p:ph sz="half" idx="1"/>
          </p:nvPr>
        </p:nvSpPr>
        <p:spPr/>
        <p:txBody>
          <a:bodyPr>
            <a:normAutofit/>
          </a:bodyPr>
          <a:lstStyle/>
          <a:p>
            <a:pPr marL="0" indent="0" algn="ctr">
              <a:buNone/>
            </a:pPr>
            <a:r>
              <a:rPr lang="en-GB" sz="2400" dirty="0">
                <a:latin typeface="Abadi" panose="020B0604020104020204" pitchFamily="34" charset="0"/>
              </a:rPr>
              <a:t>Transparent and reproducible research requires organising your project and workflow so that both you and your collaborators — now and in the future — can easily navigate files and track progress.</a:t>
            </a:r>
          </a:p>
          <a:p>
            <a:pPr marL="0" indent="0" algn="ctr">
              <a:buNone/>
            </a:pPr>
            <a:endParaRPr lang="en-GB" sz="2400" dirty="0"/>
          </a:p>
          <a:p>
            <a:pPr marL="0" indent="0" algn="ctr">
              <a:buNone/>
            </a:pPr>
            <a:r>
              <a:rPr lang="en-GB" sz="2400" dirty="0">
                <a:latin typeface="Abadi" panose="020B0604020104020204" pitchFamily="34" charset="0"/>
              </a:rPr>
              <a:t>With the right infrastructure in place from the start, sharing materials, data, and code once your research is completed becomes quick and easy!</a:t>
            </a:r>
          </a:p>
        </p:txBody>
      </p:sp>
      <p:sp>
        <p:nvSpPr>
          <p:cNvPr id="4" name="Content Placeholder 3">
            <a:extLst>
              <a:ext uri="{FF2B5EF4-FFF2-40B4-BE49-F238E27FC236}">
                <a16:creationId xmlns:a16="http://schemas.microsoft.com/office/drawing/2014/main" id="{5A0E4291-99F2-E7BB-203C-CEC4B0A98E2A}"/>
              </a:ext>
            </a:extLst>
          </p:cNvPr>
          <p:cNvSpPr>
            <a:spLocks noGrp="1"/>
          </p:cNvSpPr>
          <p:nvPr>
            <p:ph sz="half" idx="2"/>
          </p:nvPr>
        </p:nvSpPr>
        <p:spPr>
          <a:xfrm>
            <a:off x="6386945" y="3140724"/>
            <a:ext cx="4966855" cy="1721139"/>
          </a:xfrm>
        </p:spPr>
        <p:txBody>
          <a:bodyPr>
            <a:normAutofit/>
          </a:bodyPr>
          <a:lstStyle/>
          <a:p>
            <a:pPr fontAlgn="base"/>
            <a:r>
              <a:rPr lang="en-GB" sz="2000" dirty="0">
                <a:latin typeface="Abadi" panose="020B0604020104020204" pitchFamily="34" charset="0"/>
              </a:rPr>
              <a:t>Folder structure</a:t>
            </a:r>
          </a:p>
          <a:p>
            <a:pPr fontAlgn="base"/>
            <a:r>
              <a:rPr lang="en-GB" sz="2000" dirty="0">
                <a:latin typeface="Abadi" panose="020B0604020104020204" pitchFamily="34" charset="0"/>
              </a:rPr>
              <a:t>Robust backup / version control system</a:t>
            </a:r>
          </a:p>
          <a:p>
            <a:pPr fontAlgn="base"/>
            <a:r>
              <a:rPr lang="en-GB" sz="2000" dirty="0">
                <a:latin typeface="Abadi" panose="020B0604020104020204" pitchFamily="34" charset="0"/>
              </a:rPr>
              <a:t>Code quality</a:t>
            </a:r>
          </a:p>
          <a:p>
            <a:pPr fontAlgn="base"/>
            <a:r>
              <a:rPr lang="en-GB" sz="2000" dirty="0">
                <a:latin typeface="Abadi" panose="020B0604020104020204" pitchFamily="34" charset="0"/>
              </a:rPr>
              <a:t>Documentation</a:t>
            </a:r>
          </a:p>
          <a:p>
            <a:pPr marL="0" indent="0">
              <a:buNone/>
            </a:pPr>
            <a:endParaRPr lang="en-DE" dirty="0"/>
          </a:p>
        </p:txBody>
      </p:sp>
      <p:pic>
        <p:nvPicPr>
          <p:cNvPr id="6" name="Graphic 5" descr="Hierarchy outline">
            <a:extLst>
              <a:ext uri="{FF2B5EF4-FFF2-40B4-BE49-F238E27FC236}">
                <a16:creationId xmlns:a16="http://schemas.microsoft.com/office/drawing/2014/main" id="{FA2FA6B4-75DB-7D29-17B8-4C20D8A4C3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274629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58E7-617C-65B9-5F3F-8A410D1BF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6DB2A-C087-E9C7-42EA-1C1A6C1786B4}"/>
              </a:ext>
            </a:extLst>
          </p:cNvPr>
          <p:cNvSpPr>
            <a:spLocks noGrp="1"/>
          </p:cNvSpPr>
          <p:nvPr>
            <p:ph type="title"/>
          </p:nvPr>
        </p:nvSpPr>
        <p:spPr>
          <a:xfrm>
            <a:off x="739630" y="425751"/>
            <a:ext cx="4400406" cy="1600200"/>
          </a:xfrm>
        </p:spPr>
        <p:txBody>
          <a:bodyPr anchor="ctr" anchorCtr="0">
            <a:normAutofit/>
          </a:bodyPr>
          <a:lstStyle/>
          <a:p>
            <a:r>
              <a:rPr lang="en-GB" sz="4400" dirty="0">
                <a:latin typeface="Abadi" panose="020B0604020104020204" pitchFamily="34" charset="0"/>
              </a:rPr>
              <a:t>Folder structure</a:t>
            </a:r>
            <a:endParaRPr lang="en-DE" sz="4400" dirty="0">
              <a:latin typeface="Abadi" panose="020B0604020104020204" pitchFamily="34" charset="0"/>
            </a:endParaRPr>
          </a:p>
        </p:txBody>
      </p:sp>
      <p:sp>
        <p:nvSpPr>
          <p:cNvPr id="8" name="TextBox 7">
            <a:extLst>
              <a:ext uri="{FF2B5EF4-FFF2-40B4-BE49-F238E27FC236}">
                <a16:creationId xmlns:a16="http://schemas.microsoft.com/office/drawing/2014/main" id="{44B5BF8D-9D53-F5AB-EFC1-0E1BA2686603}"/>
              </a:ext>
            </a:extLst>
          </p:cNvPr>
          <p:cNvSpPr txBox="1"/>
          <p:nvPr/>
        </p:nvSpPr>
        <p:spPr>
          <a:xfrm>
            <a:off x="739629" y="2303042"/>
            <a:ext cx="5481061" cy="3139321"/>
          </a:xfrm>
          <a:prstGeom prst="rect">
            <a:avLst/>
          </a:prstGeom>
          <a:noFill/>
        </p:spPr>
        <p:txBody>
          <a:bodyPr wrap="square" rtlCol="0">
            <a:spAutoFit/>
          </a:bodyPr>
          <a:lstStyle/>
          <a:p>
            <a:pPr marL="342900" indent="-342900">
              <a:buFont typeface="Arial" panose="020B0604020202020204" pitchFamily="34" charset="0"/>
              <a:buChar char="•"/>
            </a:pPr>
            <a:r>
              <a:rPr lang="en-GB" sz="2000" dirty="0">
                <a:solidFill>
                  <a:srgbClr val="C00000"/>
                </a:solidFill>
                <a:latin typeface="Abadi" panose="020B0604020104020204" pitchFamily="34" charset="0"/>
              </a:rPr>
              <a:t>Read-only (RO)</a:t>
            </a:r>
          </a:p>
          <a:p>
            <a:pPr marL="800100" lvl="1" indent="-342900">
              <a:buFont typeface="Arial" panose="020B0604020202020204" pitchFamily="34" charset="0"/>
              <a:buChar char="•"/>
            </a:pPr>
            <a:r>
              <a:rPr lang="en-GB" sz="2000" dirty="0">
                <a:latin typeface="Abadi" panose="020B0604020104020204" pitchFamily="34" charset="0"/>
              </a:rPr>
              <a:t>not edited</a:t>
            </a:r>
          </a:p>
          <a:p>
            <a:pPr marL="342900" indent="-342900">
              <a:buFont typeface="Arial" panose="020B0604020202020204" pitchFamily="34" charset="0"/>
              <a:buChar char="•"/>
            </a:pPr>
            <a:r>
              <a:rPr lang="en-GB" sz="2000" dirty="0">
                <a:solidFill>
                  <a:srgbClr val="C00000"/>
                </a:solidFill>
                <a:latin typeface="Abadi" panose="020B0604020104020204" pitchFamily="34" charset="0"/>
              </a:rPr>
              <a:t>Human-writeable (HW)</a:t>
            </a:r>
          </a:p>
          <a:p>
            <a:pPr marL="800100" lvl="1" indent="-342900">
              <a:buFont typeface="Arial" panose="020B0604020202020204" pitchFamily="34" charset="0"/>
              <a:buChar char="•"/>
            </a:pPr>
            <a:r>
              <a:rPr lang="en-GB" sz="2000" dirty="0">
                <a:latin typeface="Abadi" panose="020B0604020104020204" pitchFamily="34" charset="0"/>
              </a:rPr>
              <a:t>edited by the researcher only</a:t>
            </a:r>
          </a:p>
          <a:p>
            <a:pPr marL="342900" indent="-342900">
              <a:buFont typeface="Arial" panose="020B0604020202020204" pitchFamily="34" charset="0"/>
              <a:buChar char="•"/>
            </a:pPr>
            <a:r>
              <a:rPr lang="en-GB" sz="2000" dirty="0">
                <a:solidFill>
                  <a:srgbClr val="C00000"/>
                </a:solidFill>
                <a:latin typeface="Abadi" panose="020B0604020104020204" pitchFamily="34" charset="0"/>
              </a:rPr>
              <a:t>Project-generated (PG)</a:t>
            </a:r>
          </a:p>
          <a:p>
            <a:pPr marL="800100" lvl="1" indent="-342900">
              <a:buFont typeface="Arial" panose="020B0604020202020204" pitchFamily="34" charset="0"/>
              <a:buChar char="•"/>
            </a:pPr>
            <a:r>
              <a:rPr lang="en-GB" sz="2000" dirty="0">
                <a:latin typeface="Abadi" panose="020B0604020104020204" pitchFamily="34" charset="0"/>
              </a:rPr>
              <a:t>generated when running the code; these folders can be deleted or emptied and will be completely reconstituted as the project is run</a:t>
            </a:r>
          </a:p>
          <a:p>
            <a:endParaRPr lang="en-DE" dirty="0"/>
          </a:p>
        </p:txBody>
      </p:sp>
      <p:pic>
        <p:nvPicPr>
          <p:cNvPr id="5" name="Picture 4">
            <a:extLst>
              <a:ext uri="{FF2B5EF4-FFF2-40B4-BE49-F238E27FC236}">
                <a16:creationId xmlns:a16="http://schemas.microsoft.com/office/drawing/2014/main" id="{03C65D24-F700-BFC5-5893-341E5573562E}"/>
              </a:ext>
            </a:extLst>
          </p:cNvPr>
          <p:cNvPicPr>
            <a:picLocks noChangeAspect="1"/>
          </p:cNvPicPr>
          <p:nvPr/>
        </p:nvPicPr>
        <p:blipFill>
          <a:blip r:embed="rId2"/>
          <a:stretch>
            <a:fillRect/>
          </a:stretch>
        </p:blipFill>
        <p:spPr>
          <a:xfrm>
            <a:off x="6622474" y="1027906"/>
            <a:ext cx="3505689" cy="5410955"/>
          </a:xfrm>
          <a:prstGeom prst="rect">
            <a:avLst/>
          </a:prstGeom>
        </p:spPr>
      </p:pic>
      <p:pic>
        <p:nvPicPr>
          <p:cNvPr id="6" name="Graphic 5" descr="Hierarchy outline">
            <a:extLst>
              <a:ext uri="{FF2B5EF4-FFF2-40B4-BE49-F238E27FC236}">
                <a16:creationId xmlns:a16="http://schemas.microsoft.com/office/drawing/2014/main" id="{C6F727E7-1629-83CC-8AA7-37DBA3BB7E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67886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06E2F8-A85E-AE6C-224C-CDE5241E674F}"/>
              </a:ext>
            </a:extLst>
          </p:cNvPr>
          <p:cNvSpPr txBox="1"/>
          <p:nvPr/>
        </p:nvSpPr>
        <p:spPr>
          <a:xfrm>
            <a:off x="739629" y="2303042"/>
            <a:ext cx="5481061" cy="3139321"/>
          </a:xfrm>
          <a:prstGeom prst="rect">
            <a:avLst/>
          </a:prstGeom>
          <a:noFill/>
        </p:spPr>
        <p:txBody>
          <a:bodyPr wrap="square" rtlCol="0">
            <a:spAutoFit/>
          </a:bodyPr>
          <a:lstStyle/>
          <a:p>
            <a:pPr marL="342900" indent="-342900">
              <a:buFont typeface="Arial" panose="020B0604020202020204" pitchFamily="34" charset="0"/>
              <a:buChar char="•"/>
            </a:pPr>
            <a:r>
              <a:rPr lang="en-GB" sz="2000" dirty="0">
                <a:solidFill>
                  <a:srgbClr val="C00000"/>
                </a:solidFill>
                <a:latin typeface="Abadi" panose="020B0604020104020204" pitchFamily="34" charset="0"/>
              </a:rPr>
              <a:t>Read-only (RO)</a:t>
            </a:r>
          </a:p>
          <a:p>
            <a:pPr marL="800100" lvl="1" indent="-342900">
              <a:buFont typeface="Arial" panose="020B0604020202020204" pitchFamily="34" charset="0"/>
              <a:buChar char="•"/>
            </a:pPr>
            <a:r>
              <a:rPr lang="en-GB" sz="2000" dirty="0">
                <a:latin typeface="Abadi" panose="020B0604020104020204" pitchFamily="34" charset="0"/>
              </a:rPr>
              <a:t>not edited</a:t>
            </a:r>
          </a:p>
          <a:p>
            <a:pPr marL="342900" indent="-342900">
              <a:buFont typeface="Arial" panose="020B0604020202020204" pitchFamily="34" charset="0"/>
              <a:buChar char="•"/>
            </a:pPr>
            <a:r>
              <a:rPr lang="en-GB" sz="2000" dirty="0">
                <a:solidFill>
                  <a:srgbClr val="C00000"/>
                </a:solidFill>
                <a:latin typeface="Abadi" panose="020B0604020104020204" pitchFamily="34" charset="0"/>
              </a:rPr>
              <a:t>Human-writeable (HW)</a:t>
            </a:r>
          </a:p>
          <a:p>
            <a:pPr marL="800100" lvl="1" indent="-342900">
              <a:buFont typeface="Arial" panose="020B0604020202020204" pitchFamily="34" charset="0"/>
              <a:buChar char="•"/>
            </a:pPr>
            <a:r>
              <a:rPr lang="en-GB" sz="2000" dirty="0">
                <a:latin typeface="Abadi" panose="020B0604020104020204" pitchFamily="34" charset="0"/>
              </a:rPr>
              <a:t>edited by the researcher only</a:t>
            </a:r>
          </a:p>
          <a:p>
            <a:pPr marL="342900" indent="-342900">
              <a:buFont typeface="Arial" panose="020B0604020202020204" pitchFamily="34" charset="0"/>
              <a:buChar char="•"/>
            </a:pPr>
            <a:r>
              <a:rPr lang="en-GB" sz="2000" dirty="0">
                <a:solidFill>
                  <a:srgbClr val="C00000"/>
                </a:solidFill>
                <a:latin typeface="Abadi" panose="020B0604020104020204" pitchFamily="34" charset="0"/>
              </a:rPr>
              <a:t>Project-generated (PG)</a:t>
            </a:r>
          </a:p>
          <a:p>
            <a:pPr marL="800100" lvl="1" indent="-342900">
              <a:buFont typeface="Arial" panose="020B0604020202020204" pitchFamily="34" charset="0"/>
              <a:buChar char="•"/>
            </a:pPr>
            <a:r>
              <a:rPr lang="en-GB" sz="2000" dirty="0">
                <a:latin typeface="Abadi" panose="020B0604020104020204" pitchFamily="34" charset="0"/>
              </a:rPr>
              <a:t>generated when running the code; these folders can be deleted or emptied and will be completely reconstituted as the project is run</a:t>
            </a:r>
          </a:p>
          <a:p>
            <a:endParaRPr lang="en-DE" dirty="0"/>
          </a:p>
        </p:txBody>
      </p:sp>
      <p:pic>
        <p:nvPicPr>
          <p:cNvPr id="5" name="Picture 4">
            <a:extLst>
              <a:ext uri="{FF2B5EF4-FFF2-40B4-BE49-F238E27FC236}">
                <a16:creationId xmlns:a16="http://schemas.microsoft.com/office/drawing/2014/main" id="{31480EA8-09D8-12EB-F738-86EF160B6A12}"/>
              </a:ext>
            </a:extLst>
          </p:cNvPr>
          <p:cNvPicPr>
            <a:picLocks noChangeAspect="1"/>
          </p:cNvPicPr>
          <p:nvPr/>
        </p:nvPicPr>
        <p:blipFill>
          <a:blip r:embed="rId2"/>
          <a:stretch>
            <a:fillRect/>
          </a:stretch>
        </p:blipFill>
        <p:spPr>
          <a:xfrm>
            <a:off x="6622474" y="1027906"/>
            <a:ext cx="3505689" cy="5410955"/>
          </a:xfrm>
          <a:prstGeom prst="rect">
            <a:avLst/>
          </a:prstGeom>
        </p:spPr>
      </p:pic>
      <p:sp>
        <p:nvSpPr>
          <p:cNvPr id="2" name="Title 1">
            <a:extLst>
              <a:ext uri="{FF2B5EF4-FFF2-40B4-BE49-F238E27FC236}">
                <a16:creationId xmlns:a16="http://schemas.microsoft.com/office/drawing/2014/main" id="{17087B9A-018A-D92F-AC04-3D70C33A0BBE}"/>
              </a:ext>
            </a:extLst>
          </p:cNvPr>
          <p:cNvSpPr>
            <a:spLocks noGrp="1"/>
          </p:cNvSpPr>
          <p:nvPr>
            <p:ph type="title"/>
          </p:nvPr>
        </p:nvSpPr>
        <p:spPr>
          <a:xfrm>
            <a:off x="739630" y="425751"/>
            <a:ext cx="4400406" cy="1600200"/>
          </a:xfrm>
        </p:spPr>
        <p:txBody>
          <a:bodyPr anchor="ctr" anchorCtr="0">
            <a:normAutofit/>
          </a:bodyPr>
          <a:lstStyle/>
          <a:p>
            <a:r>
              <a:rPr lang="en-GB" sz="4400" dirty="0">
                <a:latin typeface="Abadi" panose="020B0604020104020204" pitchFamily="34" charset="0"/>
              </a:rPr>
              <a:t>Folder structure</a:t>
            </a:r>
            <a:endParaRPr lang="en-DE" sz="4400" dirty="0">
              <a:latin typeface="Abadi" panose="020B0604020104020204" pitchFamily="34" charset="0"/>
            </a:endParaRPr>
          </a:p>
        </p:txBody>
      </p:sp>
      <p:sp>
        <p:nvSpPr>
          <p:cNvPr id="16" name="Oval 15">
            <a:extLst>
              <a:ext uri="{FF2B5EF4-FFF2-40B4-BE49-F238E27FC236}">
                <a16:creationId xmlns:a16="http://schemas.microsoft.com/office/drawing/2014/main" id="{56C42821-097E-EBA0-FDD7-22686790F87D}"/>
              </a:ext>
            </a:extLst>
          </p:cNvPr>
          <p:cNvSpPr/>
          <p:nvPr/>
        </p:nvSpPr>
        <p:spPr>
          <a:xfrm>
            <a:off x="6650184" y="3788803"/>
            <a:ext cx="678871"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TextBox 5">
            <a:extLst>
              <a:ext uri="{FF2B5EF4-FFF2-40B4-BE49-F238E27FC236}">
                <a16:creationId xmlns:a16="http://schemas.microsoft.com/office/drawing/2014/main" id="{B12B5894-5A96-2427-302B-181F0E9F0BBE}"/>
              </a:ext>
            </a:extLst>
          </p:cNvPr>
          <p:cNvSpPr txBox="1"/>
          <p:nvPr/>
        </p:nvSpPr>
        <p:spPr>
          <a:xfrm>
            <a:off x="10239552" y="3962397"/>
            <a:ext cx="511679" cy="400110"/>
          </a:xfrm>
          <a:prstGeom prst="rect">
            <a:avLst/>
          </a:prstGeom>
          <a:noFill/>
        </p:spPr>
        <p:txBody>
          <a:bodyPr wrap="none" rtlCol="0">
            <a:spAutoFit/>
          </a:bodyPr>
          <a:lstStyle/>
          <a:p>
            <a:r>
              <a:rPr lang="en-GB" sz="2000" dirty="0">
                <a:latin typeface="Abadi" panose="020B0604020104020204" pitchFamily="34" charset="0"/>
              </a:rPr>
              <a:t>RO</a:t>
            </a:r>
            <a:endParaRPr lang="en-DE" sz="2000" dirty="0">
              <a:latin typeface="Abadi" panose="020B0604020104020204" pitchFamily="34" charset="0"/>
            </a:endParaRPr>
          </a:p>
        </p:txBody>
      </p:sp>
      <p:pic>
        <p:nvPicPr>
          <p:cNvPr id="7" name="Graphic 6" descr="Hierarchy outline">
            <a:extLst>
              <a:ext uri="{FF2B5EF4-FFF2-40B4-BE49-F238E27FC236}">
                <a16:creationId xmlns:a16="http://schemas.microsoft.com/office/drawing/2014/main" id="{0CE3A5B4-1F39-3FFA-E10C-8DA1372983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6619384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C8261-2100-1975-0CEE-802FBEEA7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B4D09-28ED-4528-9981-DED759AAD933}"/>
              </a:ext>
            </a:extLst>
          </p:cNvPr>
          <p:cNvSpPr>
            <a:spLocks noGrp="1"/>
          </p:cNvSpPr>
          <p:nvPr>
            <p:ph type="title"/>
          </p:nvPr>
        </p:nvSpPr>
        <p:spPr>
          <a:xfrm>
            <a:off x="739630" y="425751"/>
            <a:ext cx="4400406" cy="1600200"/>
          </a:xfrm>
        </p:spPr>
        <p:txBody>
          <a:bodyPr anchor="ctr" anchorCtr="0">
            <a:normAutofit/>
          </a:bodyPr>
          <a:lstStyle/>
          <a:p>
            <a:r>
              <a:rPr lang="en-GB" sz="4400" dirty="0">
                <a:latin typeface="Abadi" panose="020B0604020104020204" pitchFamily="34" charset="0"/>
              </a:rPr>
              <a:t>Folder structure</a:t>
            </a:r>
            <a:endParaRPr lang="en-DE" sz="4400" dirty="0">
              <a:latin typeface="Abadi" panose="020B0604020104020204" pitchFamily="34" charset="0"/>
            </a:endParaRPr>
          </a:p>
        </p:txBody>
      </p:sp>
      <p:sp>
        <p:nvSpPr>
          <p:cNvPr id="4" name="TextBox 3">
            <a:extLst>
              <a:ext uri="{FF2B5EF4-FFF2-40B4-BE49-F238E27FC236}">
                <a16:creationId xmlns:a16="http://schemas.microsoft.com/office/drawing/2014/main" id="{81D853F5-8B65-9C30-8D2F-B696DB1CDC4A}"/>
              </a:ext>
            </a:extLst>
          </p:cNvPr>
          <p:cNvSpPr txBox="1"/>
          <p:nvPr/>
        </p:nvSpPr>
        <p:spPr>
          <a:xfrm>
            <a:off x="739629" y="2303042"/>
            <a:ext cx="5481061" cy="3139321"/>
          </a:xfrm>
          <a:prstGeom prst="rect">
            <a:avLst/>
          </a:prstGeom>
          <a:noFill/>
        </p:spPr>
        <p:txBody>
          <a:bodyPr wrap="square" rtlCol="0">
            <a:spAutoFit/>
          </a:bodyPr>
          <a:lstStyle/>
          <a:p>
            <a:pPr marL="342900" indent="-342900">
              <a:buFont typeface="Arial" panose="020B0604020202020204" pitchFamily="34" charset="0"/>
              <a:buChar char="•"/>
            </a:pPr>
            <a:r>
              <a:rPr lang="en-GB" sz="2000" dirty="0">
                <a:solidFill>
                  <a:srgbClr val="C00000"/>
                </a:solidFill>
                <a:latin typeface="Abadi" panose="020B0604020104020204" pitchFamily="34" charset="0"/>
              </a:rPr>
              <a:t>Read-only (RO)</a:t>
            </a:r>
          </a:p>
          <a:p>
            <a:pPr marL="800100" lvl="1" indent="-342900">
              <a:buFont typeface="Arial" panose="020B0604020202020204" pitchFamily="34" charset="0"/>
              <a:buChar char="•"/>
            </a:pPr>
            <a:r>
              <a:rPr lang="en-GB" sz="2000" dirty="0">
                <a:latin typeface="Abadi" panose="020B0604020104020204" pitchFamily="34" charset="0"/>
              </a:rPr>
              <a:t>not edited</a:t>
            </a:r>
          </a:p>
          <a:p>
            <a:pPr marL="342900" indent="-342900">
              <a:buFont typeface="Arial" panose="020B0604020202020204" pitchFamily="34" charset="0"/>
              <a:buChar char="•"/>
            </a:pPr>
            <a:r>
              <a:rPr lang="en-GB" sz="2000" dirty="0">
                <a:solidFill>
                  <a:srgbClr val="C00000"/>
                </a:solidFill>
                <a:latin typeface="Abadi" panose="020B0604020104020204" pitchFamily="34" charset="0"/>
              </a:rPr>
              <a:t>Human-writeable (HW)</a:t>
            </a:r>
          </a:p>
          <a:p>
            <a:pPr marL="800100" lvl="1" indent="-342900">
              <a:buFont typeface="Arial" panose="020B0604020202020204" pitchFamily="34" charset="0"/>
              <a:buChar char="•"/>
            </a:pPr>
            <a:r>
              <a:rPr lang="en-GB" sz="2000" dirty="0">
                <a:latin typeface="Abadi" panose="020B0604020104020204" pitchFamily="34" charset="0"/>
              </a:rPr>
              <a:t>edited by the researcher only</a:t>
            </a:r>
          </a:p>
          <a:p>
            <a:pPr marL="342900" indent="-342900">
              <a:buFont typeface="Arial" panose="020B0604020202020204" pitchFamily="34" charset="0"/>
              <a:buChar char="•"/>
            </a:pPr>
            <a:r>
              <a:rPr lang="en-GB" sz="2000" dirty="0">
                <a:solidFill>
                  <a:srgbClr val="C00000"/>
                </a:solidFill>
                <a:latin typeface="Abadi" panose="020B0604020104020204" pitchFamily="34" charset="0"/>
              </a:rPr>
              <a:t>Project-generated (PG)</a:t>
            </a:r>
          </a:p>
          <a:p>
            <a:pPr marL="800100" lvl="1" indent="-342900">
              <a:buFont typeface="Arial" panose="020B0604020202020204" pitchFamily="34" charset="0"/>
              <a:buChar char="•"/>
            </a:pPr>
            <a:r>
              <a:rPr lang="en-GB" sz="2000" dirty="0">
                <a:latin typeface="Abadi" panose="020B0604020104020204" pitchFamily="34" charset="0"/>
              </a:rPr>
              <a:t>generated when running the code; these folders can be deleted or emptied and will be completely reconstituted as the project is run</a:t>
            </a:r>
          </a:p>
          <a:p>
            <a:endParaRPr lang="en-DE" dirty="0"/>
          </a:p>
        </p:txBody>
      </p:sp>
      <p:pic>
        <p:nvPicPr>
          <p:cNvPr id="5" name="Picture 4">
            <a:extLst>
              <a:ext uri="{FF2B5EF4-FFF2-40B4-BE49-F238E27FC236}">
                <a16:creationId xmlns:a16="http://schemas.microsoft.com/office/drawing/2014/main" id="{0A59C425-232F-AA72-4B1A-7103CCF721A0}"/>
              </a:ext>
            </a:extLst>
          </p:cNvPr>
          <p:cNvPicPr>
            <a:picLocks noChangeAspect="1"/>
          </p:cNvPicPr>
          <p:nvPr/>
        </p:nvPicPr>
        <p:blipFill>
          <a:blip r:embed="rId2"/>
          <a:stretch>
            <a:fillRect/>
          </a:stretch>
        </p:blipFill>
        <p:spPr>
          <a:xfrm>
            <a:off x="6622474" y="1027906"/>
            <a:ext cx="3505689" cy="5410955"/>
          </a:xfrm>
          <a:prstGeom prst="rect">
            <a:avLst/>
          </a:prstGeom>
        </p:spPr>
      </p:pic>
      <p:sp>
        <p:nvSpPr>
          <p:cNvPr id="6" name="Oval 5">
            <a:extLst>
              <a:ext uri="{FF2B5EF4-FFF2-40B4-BE49-F238E27FC236}">
                <a16:creationId xmlns:a16="http://schemas.microsoft.com/office/drawing/2014/main" id="{138F4702-BEE9-FE4A-BE22-8D277ECB72BF}"/>
              </a:ext>
            </a:extLst>
          </p:cNvPr>
          <p:cNvSpPr/>
          <p:nvPr/>
        </p:nvSpPr>
        <p:spPr>
          <a:xfrm>
            <a:off x="6650184" y="4149025"/>
            <a:ext cx="678871"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 name="TextBox 6">
            <a:extLst>
              <a:ext uri="{FF2B5EF4-FFF2-40B4-BE49-F238E27FC236}">
                <a16:creationId xmlns:a16="http://schemas.microsoft.com/office/drawing/2014/main" id="{E3E640B5-F50F-D127-4747-7F0797D7F388}"/>
              </a:ext>
            </a:extLst>
          </p:cNvPr>
          <p:cNvSpPr txBox="1"/>
          <p:nvPr/>
        </p:nvSpPr>
        <p:spPr>
          <a:xfrm>
            <a:off x="10239552" y="4322624"/>
            <a:ext cx="561372" cy="400110"/>
          </a:xfrm>
          <a:prstGeom prst="rect">
            <a:avLst/>
          </a:prstGeom>
          <a:noFill/>
        </p:spPr>
        <p:txBody>
          <a:bodyPr wrap="none" rtlCol="0">
            <a:spAutoFit/>
          </a:bodyPr>
          <a:lstStyle/>
          <a:p>
            <a:r>
              <a:rPr lang="en-GB" sz="2000" dirty="0">
                <a:latin typeface="Abadi" panose="020B0604020104020204" pitchFamily="34" charset="0"/>
              </a:rPr>
              <a:t>HW</a:t>
            </a:r>
            <a:endParaRPr lang="en-DE" sz="2000" dirty="0">
              <a:latin typeface="Abadi" panose="020B0604020104020204" pitchFamily="34" charset="0"/>
            </a:endParaRPr>
          </a:p>
        </p:txBody>
      </p:sp>
      <p:pic>
        <p:nvPicPr>
          <p:cNvPr id="9" name="Graphic 8" descr="Hierarchy outline">
            <a:extLst>
              <a:ext uri="{FF2B5EF4-FFF2-40B4-BE49-F238E27FC236}">
                <a16:creationId xmlns:a16="http://schemas.microsoft.com/office/drawing/2014/main" id="{0343D7A0-B5A4-75F2-0D29-AD5A54BEDF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40660600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B7B4-806F-83F9-3B9C-3E2404D07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010FC-18CA-CBBD-F65D-B9505FD10A54}"/>
              </a:ext>
            </a:extLst>
          </p:cNvPr>
          <p:cNvSpPr>
            <a:spLocks noGrp="1"/>
          </p:cNvSpPr>
          <p:nvPr>
            <p:ph type="title"/>
          </p:nvPr>
        </p:nvSpPr>
        <p:spPr>
          <a:xfrm>
            <a:off x="739630" y="425751"/>
            <a:ext cx="4400406" cy="1600200"/>
          </a:xfrm>
        </p:spPr>
        <p:txBody>
          <a:bodyPr anchor="ctr" anchorCtr="0">
            <a:normAutofit/>
          </a:bodyPr>
          <a:lstStyle/>
          <a:p>
            <a:r>
              <a:rPr lang="en-GB" sz="4400" dirty="0">
                <a:latin typeface="Abadi" panose="020B0604020104020204" pitchFamily="34" charset="0"/>
              </a:rPr>
              <a:t>Folder structure</a:t>
            </a:r>
            <a:endParaRPr lang="en-DE" sz="4400" dirty="0">
              <a:latin typeface="Abadi" panose="020B0604020104020204" pitchFamily="34" charset="0"/>
            </a:endParaRPr>
          </a:p>
        </p:txBody>
      </p:sp>
      <p:sp>
        <p:nvSpPr>
          <p:cNvPr id="4" name="TextBox 3">
            <a:extLst>
              <a:ext uri="{FF2B5EF4-FFF2-40B4-BE49-F238E27FC236}">
                <a16:creationId xmlns:a16="http://schemas.microsoft.com/office/drawing/2014/main" id="{76D7B2D2-64AC-D99A-1E5E-9B0C716E3332}"/>
              </a:ext>
            </a:extLst>
          </p:cNvPr>
          <p:cNvSpPr txBox="1"/>
          <p:nvPr/>
        </p:nvSpPr>
        <p:spPr>
          <a:xfrm>
            <a:off x="739629" y="2303042"/>
            <a:ext cx="5481061" cy="3139321"/>
          </a:xfrm>
          <a:prstGeom prst="rect">
            <a:avLst/>
          </a:prstGeom>
          <a:noFill/>
        </p:spPr>
        <p:txBody>
          <a:bodyPr wrap="square" rtlCol="0">
            <a:spAutoFit/>
          </a:bodyPr>
          <a:lstStyle/>
          <a:p>
            <a:pPr marL="342900" indent="-342900">
              <a:buFont typeface="Arial" panose="020B0604020202020204" pitchFamily="34" charset="0"/>
              <a:buChar char="•"/>
            </a:pPr>
            <a:r>
              <a:rPr lang="en-GB" sz="2000" dirty="0">
                <a:solidFill>
                  <a:srgbClr val="C00000"/>
                </a:solidFill>
                <a:latin typeface="Abadi" panose="020B0604020104020204" pitchFamily="34" charset="0"/>
              </a:rPr>
              <a:t>Read-only (RO)</a:t>
            </a:r>
          </a:p>
          <a:p>
            <a:pPr marL="800100" lvl="1" indent="-342900">
              <a:buFont typeface="Arial" panose="020B0604020202020204" pitchFamily="34" charset="0"/>
              <a:buChar char="•"/>
            </a:pPr>
            <a:r>
              <a:rPr lang="en-GB" sz="2000" dirty="0">
                <a:latin typeface="Abadi" panose="020B0604020104020204" pitchFamily="34" charset="0"/>
              </a:rPr>
              <a:t>not edited</a:t>
            </a:r>
          </a:p>
          <a:p>
            <a:pPr marL="342900" indent="-342900">
              <a:buFont typeface="Arial" panose="020B0604020202020204" pitchFamily="34" charset="0"/>
              <a:buChar char="•"/>
            </a:pPr>
            <a:r>
              <a:rPr lang="en-GB" sz="2000" dirty="0">
                <a:solidFill>
                  <a:srgbClr val="C00000"/>
                </a:solidFill>
                <a:latin typeface="Abadi" panose="020B0604020104020204" pitchFamily="34" charset="0"/>
              </a:rPr>
              <a:t>Human-writeable (HW)</a:t>
            </a:r>
          </a:p>
          <a:p>
            <a:pPr marL="800100" lvl="1" indent="-342900">
              <a:buFont typeface="Arial" panose="020B0604020202020204" pitchFamily="34" charset="0"/>
              <a:buChar char="•"/>
            </a:pPr>
            <a:r>
              <a:rPr lang="en-GB" sz="2000" dirty="0">
                <a:latin typeface="Abadi" panose="020B0604020104020204" pitchFamily="34" charset="0"/>
              </a:rPr>
              <a:t>edited by the researcher only</a:t>
            </a:r>
          </a:p>
          <a:p>
            <a:pPr marL="342900" indent="-342900">
              <a:buFont typeface="Arial" panose="020B0604020202020204" pitchFamily="34" charset="0"/>
              <a:buChar char="•"/>
            </a:pPr>
            <a:r>
              <a:rPr lang="en-GB" sz="2000" dirty="0">
                <a:solidFill>
                  <a:srgbClr val="C00000"/>
                </a:solidFill>
                <a:latin typeface="Abadi" panose="020B0604020104020204" pitchFamily="34" charset="0"/>
              </a:rPr>
              <a:t>Project-generated (PG)</a:t>
            </a:r>
          </a:p>
          <a:p>
            <a:pPr marL="800100" lvl="1" indent="-342900">
              <a:buFont typeface="Arial" panose="020B0604020202020204" pitchFamily="34" charset="0"/>
              <a:buChar char="•"/>
            </a:pPr>
            <a:r>
              <a:rPr lang="en-GB" sz="2000" dirty="0">
                <a:latin typeface="Abadi" panose="020B0604020104020204" pitchFamily="34" charset="0"/>
              </a:rPr>
              <a:t>generated when running the code; these folders can be deleted or emptied and will be completely reconstituted as the project is run</a:t>
            </a:r>
          </a:p>
          <a:p>
            <a:endParaRPr lang="en-DE" dirty="0"/>
          </a:p>
        </p:txBody>
      </p:sp>
      <p:pic>
        <p:nvPicPr>
          <p:cNvPr id="5" name="Picture 4">
            <a:extLst>
              <a:ext uri="{FF2B5EF4-FFF2-40B4-BE49-F238E27FC236}">
                <a16:creationId xmlns:a16="http://schemas.microsoft.com/office/drawing/2014/main" id="{2EB7FFB0-201C-5716-F781-28071B5036AA}"/>
              </a:ext>
            </a:extLst>
          </p:cNvPr>
          <p:cNvPicPr>
            <a:picLocks noChangeAspect="1"/>
          </p:cNvPicPr>
          <p:nvPr/>
        </p:nvPicPr>
        <p:blipFill>
          <a:blip r:embed="rId2"/>
          <a:stretch>
            <a:fillRect/>
          </a:stretch>
        </p:blipFill>
        <p:spPr>
          <a:xfrm>
            <a:off x="6622474" y="1027906"/>
            <a:ext cx="3505689" cy="5410955"/>
          </a:xfrm>
          <a:prstGeom prst="rect">
            <a:avLst/>
          </a:prstGeom>
        </p:spPr>
      </p:pic>
      <p:sp>
        <p:nvSpPr>
          <p:cNvPr id="6" name="Oval 5">
            <a:extLst>
              <a:ext uri="{FF2B5EF4-FFF2-40B4-BE49-F238E27FC236}">
                <a16:creationId xmlns:a16="http://schemas.microsoft.com/office/drawing/2014/main" id="{658D8CB8-134F-BF47-7F2C-C23871BDAA19}"/>
              </a:ext>
            </a:extLst>
          </p:cNvPr>
          <p:cNvSpPr/>
          <p:nvPr/>
        </p:nvSpPr>
        <p:spPr>
          <a:xfrm>
            <a:off x="6650184" y="4495396"/>
            <a:ext cx="900543" cy="422969"/>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 name="TextBox 6">
            <a:extLst>
              <a:ext uri="{FF2B5EF4-FFF2-40B4-BE49-F238E27FC236}">
                <a16:creationId xmlns:a16="http://schemas.microsoft.com/office/drawing/2014/main" id="{7E26AEB6-E03F-B6DD-3F8D-812B6CC6F23D}"/>
              </a:ext>
            </a:extLst>
          </p:cNvPr>
          <p:cNvSpPr txBox="1"/>
          <p:nvPr/>
        </p:nvSpPr>
        <p:spPr>
          <a:xfrm>
            <a:off x="10239552" y="4613579"/>
            <a:ext cx="489236" cy="400110"/>
          </a:xfrm>
          <a:prstGeom prst="rect">
            <a:avLst/>
          </a:prstGeom>
          <a:noFill/>
        </p:spPr>
        <p:txBody>
          <a:bodyPr wrap="none" rtlCol="0">
            <a:spAutoFit/>
          </a:bodyPr>
          <a:lstStyle/>
          <a:p>
            <a:r>
              <a:rPr lang="en-GB" sz="2000" dirty="0">
                <a:latin typeface="Abadi" panose="020B0604020104020204" pitchFamily="34" charset="0"/>
              </a:rPr>
              <a:t>PG</a:t>
            </a:r>
            <a:endParaRPr lang="en-DE" sz="2000" dirty="0">
              <a:latin typeface="Abadi" panose="020B0604020104020204" pitchFamily="34" charset="0"/>
            </a:endParaRPr>
          </a:p>
        </p:txBody>
      </p:sp>
      <p:pic>
        <p:nvPicPr>
          <p:cNvPr id="9" name="Graphic 8" descr="Hierarchy outline">
            <a:extLst>
              <a:ext uri="{FF2B5EF4-FFF2-40B4-BE49-F238E27FC236}">
                <a16:creationId xmlns:a16="http://schemas.microsoft.com/office/drawing/2014/main" id="{24E3DCC7-4910-1DC9-863B-053C83CF68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30330273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56349-704B-2505-07C2-9C4E07C06066}"/>
              </a:ext>
            </a:extLst>
          </p:cNvPr>
          <p:cNvSpPr>
            <a:spLocks noGrp="1"/>
          </p:cNvSpPr>
          <p:nvPr>
            <p:ph type="title"/>
          </p:nvPr>
        </p:nvSpPr>
        <p:spPr/>
        <p:txBody>
          <a:bodyPr/>
          <a:lstStyle/>
          <a:p>
            <a:r>
              <a:rPr lang="en-GB" dirty="0">
                <a:latin typeface="Abadi" panose="020B0604020104020204" pitchFamily="34" charset="0"/>
              </a:rPr>
              <a:t>Version control</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BECB220C-3D77-D47B-2376-81E9507C97E2}"/>
              </a:ext>
            </a:extLst>
          </p:cNvPr>
          <p:cNvSpPr>
            <a:spLocks noGrp="1"/>
          </p:cNvSpPr>
          <p:nvPr>
            <p:ph idx="1"/>
          </p:nvPr>
        </p:nvSpPr>
        <p:spPr>
          <a:xfrm>
            <a:off x="838200" y="2402100"/>
            <a:ext cx="4721648" cy="3046666"/>
          </a:xfrm>
        </p:spPr>
        <p:txBody>
          <a:bodyPr>
            <a:normAutofit/>
          </a:bodyPr>
          <a:lstStyle/>
          <a:p>
            <a:pPr marL="0" indent="0" algn="ctr">
              <a:spcAft>
                <a:spcPts val="1800"/>
              </a:spcAft>
              <a:buNone/>
            </a:pPr>
            <a:r>
              <a:rPr lang="en-GB" sz="2200" dirty="0">
                <a:solidFill>
                  <a:srgbClr val="C00000"/>
                </a:solidFill>
                <a:latin typeface="Abadi" panose="020B0604020104020204" pitchFamily="34" charset="0"/>
              </a:rPr>
              <a:t>A tool that keeps track of changes by creating different versions of files</a:t>
            </a:r>
          </a:p>
          <a:p>
            <a:pPr>
              <a:spcAft>
                <a:spcPts val="1800"/>
              </a:spcAft>
            </a:pPr>
            <a:r>
              <a:rPr lang="en-GB" sz="2000" dirty="0">
                <a:latin typeface="Abadi" panose="020B0604020104020204" pitchFamily="34" charset="0"/>
              </a:rPr>
              <a:t>Records your progress and allows you to play back every change of needed</a:t>
            </a:r>
          </a:p>
          <a:p>
            <a:r>
              <a:rPr lang="en-GB" sz="2000" dirty="0">
                <a:latin typeface="Abadi" panose="020B0604020104020204" pitchFamily="34" charset="0"/>
              </a:rPr>
              <a:t>Allows many people to work in parallel</a:t>
            </a:r>
          </a:p>
        </p:txBody>
      </p:sp>
      <p:pic>
        <p:nvPicPr>
          <p:cNvPr id="4" name="Graphic 3" descr="Blueprint outline">
            <a:extLst>
              <a:ext uri="{FF2B5EF4-FFF2-40B4-BE49-F238E27FC236}">
                <a16:creationId xmlns:a16="http://schemas.microsoft.com/office/drawing/2014/main" id="{CABD6720-69B4-7F2A-11EF-298815EB4F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96600" y="113506"/>
            <a:ext cx="914400" cy="914400"/>
          </a:xfrm>
          <a:prstGeom prst="rect">
            <a:avLst/>
          </a:prstGeom>
        </p:spPr>
      </p:pic>
      <p:pic>
        <p:nvPicPr>
          <p:cNvPr id="1026" name="Picture 2">
            <a:extLst>
              <a:ext uri="{FF2B5EF4-FFF2-40B4-BE49-F238E27FC236}">
                <a16:creationId xmlns:a16="http://schemas.microsoft.com/office/drawing/2014/main" id="{EDCF16D2-0A02-E5F7-5E64-81A771E162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697820"/>
            <a:ext cx="4096769" cy="54623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F09330-DA60-EEB6-2D23-99FBE7F3332C}"/>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6"/>
              </a:rPr>
              <a:t>https://phdcomics.com/comics/archive.php?comicid=1531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69572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AB39E-C9BF-214E-8B93-AE47B712A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B3E50-576F-8AD9-FB78-51C0F2B4FA0C}"/>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243592CD-89EE-F2EA-F5B3-BFAD9CF93BDE}"/>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3"/>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10" name="Picture 2" descr="How does Git work?. Git is a DVCS (Distributed Version… | by sunil kumar  sahoo | Medium">
            <a:extLst>
              <a:ext uri="{FF2B5EF4-FFF2-40B4-BE49-F238E27FC236}">
                <a16:creationId xmlns:a16="http://schemas.microsoft.com/office/drawing/2014/main" id="{2C90A826-0238-004B-A40A-9F37A70982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D45EE7C2-257F-54B0-5CA8-1E27A1E277D0}"/>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solidFill>
                  <a:schemeClr val="bg1"/>
                </a:solidFill>
                <a:latin typeface="Abadi" panose="020B0604020104020204" pitchFamily="34" charset="0"/>
              </a:rPr>
              <a:t>Make your changes visible to others:</a:t>
            </a:r>
          </a:p>
          <a:p>
            <a:pPr lvl="1"/>
            <a:r>
              <a:rPr lang="en-GB" sz="2000" dirty="0">
                <a:solidFill>
                  <a:schemeClr val="bg1"/>
                </a:solidFill>
                <a:latin typeface="Abadi" panose="020B0604020104020204" pitchFamily="34" charset="0"/>
              </a:rPr>
              <a:t>You commit</a:t>
            </a:r>
          </a:p>
          <a:p>
            <a:pPr lvl="1"/>
            <a:r>
              <a:rPr lang="en-GB" sz="2000" dirty="0">
                <a:solidFill>
                  <a:schemeClr val="bg1"/>
                </a:solidFill>
                <a:latin typeface="Abadi" panose="020B0604020104020204" pitchFamily="34" charset="0"/>
              </a:rPr>
              <a:t>You push</a:t>
            </a:r>
          </a:p>
          <a:p>
            <a:pPr lvl="1"/>
            <a:r>
              <a:rPr lang="en-GB" sz="2000" dirty="0">
                <a:solidFill>
                  <a:schemeClr val="bg1"/>
                </a:solidFill>
                <a:latin typeface="Abadi" panose="020B0604020104020204" pitchFamily="34" charset="0"/>
              </a:rPr>
              <a:t>They pull</a:t>
            </a:r>
          </a:p>
          <a:p>
            <a:pPr lvl="1"/>
            <a:r>
              <a:rPr lang="en-GB" sz="2000" dirty="0">
                <a:solidFill>
                  <a:schemeClr val="bg1"/>
                </a:solidFill>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solidFill>
                  <a:schemeClr val="bg1"/>
                </a:solidFill>
                <a:latin typeface="Abadi" panose="020B0604020104020204" pitchFamily="34" charset="0"/>
              </a:rPr>
              <a:t>GitHub is the most popular platform for working with Git </a:t>
            </a:r>
            <a:endParaRPr lang="en-DE" sz="2200" dirty="0">
              <a:solidFill>
                <a:schemeClr val="bg1"/>
              </a:solidFill>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12" name="Graphic 11" descr="Hierarchy outline">
            <a:extLst>
              <a:ext uri="{FF2B5EF4-FFF2-40B4-BE49-F238E27FC236}">
                <a16:creationId xmlns:a16="http://schemas.microsoft.com/office/drawing/2014/main" id="{6C4B2182-5CB8-7F35-9F0B-55F46BAAAC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297452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95079-C6E4-D130-C70F-5B73BFACF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087DF-6DFD-105D-FB1A-29C9FA471DBA}"/>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88FD6462-9DF3-C0FC-80B6-813C081080EF}"/>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3"/>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Rectangle: Rounded Corners 3">
            <a:extLst>
              <a:ext uri="{FF2B5EF4-FFF2-40B4-BE49-F238E27FC236}">
                <a16:creationId xmlns:a16="http://schemas.microsoft.com/office/drawing/2014/main" id="{61B98E50-801B-0C29-4B3E-E941E5FBB471}"/>
              </a:ext>
            </a:extLst>
          </p:cNvPr>
          <p:cNvSpPr/>
          <p:nvPr/>
        </p:nvSpPr>
        <p:spPr>
          <a:xfrm>
            <a:off x="4973783" y="4932215"/>
            <a:ext cx="2092037" cy="942111"/>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0" name="Picture 2" descr="How does Git work?. Git is a DVCS (Distributed Version… | by sunil kumar  sahoo | Medium">
            <a:extLst>
              <a:ext uri="{FF2B5EF4-FFF2-40B4-BE49-F238E27FC236}">
                <a16:creationId xmlns:a16="http://schemas.microsoft.com/office/drawing/2014/main" id="{A0A73642-8724-C7C1-5E47-841F499A37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2500764B-4920-1B20-AAC3-9E35083729CD}"/>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solidFill>
                  <a:schemeClr val="bg1"/>
                </a:solidFill>
                <a:latin typeface="Abadi" panose="020B0604020104020204" pitchFamily="34" charset="0"/>
              </a:rPr>
              <a:t>Make your changes visible to others:</a:t>
            </a:r>
          </a:p>
          <a:p>
            <a:pPr lvl="1"/>
            <a:r>
              <a:rPr lang="en-GB" sz="2000" dirty="0">
                <a:solidFill>
                  <a:schemeClr val="bg1"/>
                </a:solidFill>
                <a:latin typeface="Abadi" panose="020B0604020104020204" pitchFamily="34" charset="0"/>
              </a:rPr>
              <a:t>You commit</a:t>
            </a:r>
          </a:p>
          <a:p>
            <a:pPr lvl="1"/>
            <a:r>
              <a:rPr lang="en-GB" sz="2000" dirty="0">
                <a:solidFill>
                  <a:schemeClr val="bg1"/>
                </a:solidFill>
                <a:latin typeface="Abadi" panose="020B0604020104020204" pitchFamily="34" charset="0"/>
              </a:rPr>
              <a:t>You push</a:t>
            </a:r>
          </a:p>
          <a:p>
            <a:pPr lvl="1"/>
            <a:r>
              <a:rPr lang="en-GB" sz="2000" dirty="0">
                <a:solidFill>
                  <a:schemeClr val="bg1"/>
                </a:solidFill>
                <a:latin typeface="Abadi" panose="020B0604020104020204" pitchFamily="34" charset="0"/>
              </a:rPr>
              <a:t>They pull</a:t>
            </a:r>
          </a:p>
          <a:p>
            <a:pPr lvl="1"/>
            <a:r>
              <a:rPr lang="en-GB" sz="2000" dirty="0">
                <a:solidFill>
                  <a:schemeClr val="bg1"/>
                </a:solidFill>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solidFill>
                  <a:schemeClr val="bg1"/>
                </a:solidFill>
                <a:latin typeface="Abadi" panose="020B0604020104020204" pitchFamily="34" charset="0"/>
              </a:rPr>
              <a:t>GitHub is the most popular platform for working with Git </a:t>
            </a:r>
            <a:endParaRPr lang="en-DE" sz="2200" dirty="0">
              <a:solidFill>
                <a:schemeClr val="bg1"/>
              </a:solidFill>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12" name="Graphic 11" descr="Hierarchy outline">
            <a:extLst>
              <a:ext uri="{FF2B5EF4-FFF2-40B4-BE49-F238E27FC236}">
                <a16:creationId xmlns:a16="http://schemas.microsoft.com/office/drawing/2014/main" id="{C3C4E8C0-57A5-B010-BE7F-D670FD783D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41861904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739B4-897A-ADD4-118E-39E986A881BA}"/>
            </a:ext>
          </a:extLst>
        </p:cNvPr>
        <p:cNvGrpSpPr/>
        <p:nvPr/>
      </p:nvGrpSpPr>
      <p:grpSpPr>
        <a:xfrm>
          <a:off x="0" y="0"/>
          <a:ext cx="0" cy="0"/>
          <a:chOff x="0" y="0"/>
          <a:chExt cx="0" cy="0"/>
        </a:xfrm>
      </p:grpSpPr>
      <p:pic>
        <p:nvPicPr>
          <p:cNvPr id="10" name="Picture 2" descr="How does Git work?. Git is a DVCS (Distributed Version… | by sunil kumar  sahoo | Medium">
            <a:extLst>
              <a:ext uri="{FF2B5EF4-FFF2-40B4-BE49-F238E27FC236}">
                <a16:creationId xmlns:a16="http://schemas.microsoft.com/office/drawing/2014/main" id="{420456E9-57F6-71CF-F0AE-AD813B340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A6C8E7-37E1-4771-8F81-3AD23D9D3C62}"/>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DDCDA052-7C78-88EB-577F-679CBB512726}"/>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4"/>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Rectangle: Rounded Corners 3">
            <a:extLst>
              <a:ext uri="{FF2B5EF4-FFF2-40B4-BE49-F238E27FC236}">
                <a16:creationId xmlns:a16="http://schemas.microsoft.com/office/drawing/2014/main" id="{D07778CC-EBD1-E97A-D80B-D6695C36CD6E}"/>
              </a:ext>
            </a:extLst>
          </p:cNvPr>
          <p:cNvSpPr/>
          <p:nvPr/>
        </p:nvSpPr>
        <p:spPr>
          <a:xfrm rot="16200000">
            <a:off x="5275259" y="4201244"/>
            <a:ext cx="1052513" cy="574809"/>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Content Placeholder 2">
            <a:extLst>
              <a:ext uri="{FF2B5EF4-FFF2-40B4-BE49-F238E27FC236}">
                <a16:creationId xmlns:a16="http://schemas.microsoft.com/office/drawing/2014/main" id="{D5FD5CBB-64B3-650A-3A0B-AA0A91C17F38}"/>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solidFill>
                  <a:schemeClr val="bg1"/>
                </a:solidFill>
                <a:latin typeface="Abadi" panose="020B0604020104020204" pitchFamily="34" charset="0"/>
              </a:rPr>
              <a:t>Make your changes visible to others:</a:t>
            </a:r>
          </a:p>
          <a:p>
            <a:pPr lvl="1"/>
            <a:r>
              <a:rPr lang="en-GB" sz="2000" dirty="0">
                <a:solidFill>
                  <a:schemeClr val="bg1"/>
                </a:solidFill>
                <a:latin typeface="Abadi" panose="020B0604020104020204" pitchFamily="34" charset="0"/>
              </a:rPr>
              <a:t>You commit</a:t>
            </a:r>
          </a:p>
          <a:p>
            <a:pPr lvl="1"/>
            <a:r>
              <a:rPr lang="en-GB" sz="2000" dirty="0">
                <a:solidFill>
                  <a:schemeClr val="bg1"/>
                </a:solidFill>
                <a:latin typeface="Abadi" panose="020B0604020104020204" pitchFamily="34" charset="0"/>
              </a:rPr>
              <a:t>You push</a:t>
            </a:r>
          </a:p>
          <a:p>
            <a:pPr lvl="1"/>
            <a:r>
              <a:rPr lang="en-GB" sz="2000" dirty="0">
                <a:solidFill>
                  <a:schemeClr val="bg1"/>
                </a:solidFill>
                <a:latin typeface="Abadi" panose="020B0604020104020204" pitchFamily="34" charset="0"/>
              </a:rPr>
              <a:t>They pull</a:t>
            </a:r>
          </a:p>
          <a:p>
            <a:pPr lvl="1"/>
            <a:r>
              <a:rPr lang="en-GB" sz="2000" dirty="0">
                <a:solidFill>
                  <a:schemeClr val="bg1"/>
                </a:solidFill>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solidFill>
                  <a:schemeClr val="bg1"/>
                </a:solidFill>
                <a:latin typeface="Abadi" panose="020B0604020104020204" pitchFamily="34" charset="0"/>
              </a:rPr>
              <a:t>GitHub is the most popular platform for working with Git </a:t>
            </a:r>
            <a:endParaRPr lang="en-DE" sz="2200" dirty="0">
              <a:solidFill>
                <a:schemeClr val="bg1"/>
              </a:solidFill>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12" name="Graphic 11" descr="Hierarchy outline">
            <a:extLst>
              <a:ext uri="{FF2B5EF4-FFF2-40B4-BE49-F238E27FC236}">
                <a16:creationId xmlns:a16="http://schemas.microsoft.com/office/drawing/2014/main" id="{20A5A7BD-6FA7-F682-F878-D85EED8B62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38849157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6E732-DE5D-8FEA-3A14-1AABF5341BCA}"/>
            </a:ext>
          </a:extLst>
        </p:cNvPr>
        <p:cNvGrpSpPr/>
        <p:nvPr/>
      </p:nvGrpSpPr>
      <p:grpSpPr>
        <a:xfrm>
          <a:off x="0" y="0"/>
          <a:ext cx="0" cy="0"/>
          <a:chOff x="0" y="0"/>
          <a:chExt cx="0" cy="0"/>
        </a:xfrm>
      </p:grpSpPr>
      <p:pic>
        <p:nvPicPr>
          <p:cNvPr id="10" name="Picture 2" descr="How does Git work?. Git is a DVCS (Distributed Version… | by sunil kumar  sahoo | Medium">
            <a:extLst>
              <a:ext uri="{FF2B5EF4-FFF2-40B4-BE49-F238E27FC236}">
                <a16:creationId xmlns:a16="http://schemas.microsoft.com/office/drawing/2014/main" id="{43D4A1F9-4FD4-0F0C-C238-D4290F380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51AA838-2168-C05D-91ED-AA5F43BE33CA}"/>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0E6DA2AD-6583-106F-8013-B5E15BEB09C2}"/>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4"/>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Rectangle: Rounded Corners 3">
            <a:extLst>
              <a:ext uri="{FF2B5EF4-FFF2-40B4-BE49-F238E27FC236}">
                <a16:creationId xmlns:a16="http://schemas.microsoft.com/office/drawing/2014/main" id="{06657EAB-B116-D9EB-62CE-CE5E5483CE4E}"/>
              </a:ext>
            </a:extLst>
          </p:cNvPr>
          <p:cNvSpPr/>
          <p:nvPr/>
        </p:nvSpPr>
        <p:spPr>
          <a:xfrm rot="18946246">
            <a:off x="6091667" y="2688079"/>
            <a:ext cx="1052513" cy="435571"/>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Content Placeholder 2">
            <a:extLst>
              <a:ext uri="{FF2B5EF4-FFF2-40B4-BE49-F238E27FC236}">
                <a16:creationId xmlns:a16="http://schemas.microsoft.com/office/drawing/2014/main" id="{D31514C9-DD90-300F-558E-E30702F2B9ED}"/>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solidFill>
                  <a:schemeClr val="bg1"/>
                </a:solidFill>
                <a:latin typeface="Abadi" panose="020B0604020104020204" pitchFamily="34" charset="0"/>
              </a:rPr>
              <a:t>Make your changes visible to others:</a:t>
            </a:r>
          </a:p>
          <a:p>
            <a:pPr lvl="1"/>
            <a:r>
              <a:rPr lang="en-GB" sz="2000" dirty="0">
                <a:solidFill>
                  <a:schemeClr val="bg1"/>
                </a:solidFill>
                <a:latin typeface="Abadi" panose="020B0604020104020204" pitchFamily="34" charset="0"/>
              </a:rPr>
              <a:t>You commit</a:t>
            </a:r>
          </a:p>
          <a:p>
            <a:pPr lvl="1"/>
            <a:r>
              <a:rPr lang="en-GB" sz="2000" dirty="0">
                <a:solidFill>
                  <a:schemeClr val="bg1"/>
                </a:solidFill>
                <a:latin typeface="Abadi" panose="020B0604020104020204" pitchFamily="34" charset="0"/>
              </a:rPr>
              <a:t>You push</a:t>
            </a:r>
          </a:p>
          <a:p>
            <a:pPr lvl="1"/>
            <a:r>
              <a:rPr lang="en-GB" sz="2000" dirty="0">
                <a:solidFill>
                  <a:schemeClr val="bg1"/>
                </a:solidFill>
                <a:latin typeface="Abadi" panose="020B0604020104020204" pitchFamily="34" charset="0"/>
              </a:rPr>
              <a:t>They pull</a:t>
            </a:r>
          </a:p>
          <a:p>
            <a:pPr lvl="1"/>
            <a:r>
              <a:rPr lang="en-GB" sz="2000" dirty="0">
                <a:solidFill>
                  <a:schemeClr val="bg1"/>
                </a:solidFill>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solidFill>
                  <a:schemeClr val="bg1"/>
                </a:solidFill>
                <a:latin typeface="Abadi" panose="020B0604020104020204" pitchFamily="34" charset="0"/>
              </a:rPr>
              <a:t>GitHub is the most popular platform for working with Git </a:t>
            </a:r>
            <a:endParaRPr lang="en-DE" sz="2200" dirty="0">
              <a:solidFill>
                <a:schemeClr val="bg1"/>
              </a:solidFill>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12" name="Graphic 11" descr="Hierarchy outline">
            <a:extLst>
              <a:ext uri="{FF2B5EF4-FFF2-40B4-BE49-F238E27FC236}">
                <a16:creationId xmlns:a16="http://schemas.microsoft.com/office/drawing/2014/main" id="{F6A6F04A-F423-9FD5-708E-FE70B47914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8788931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EBE2E-544E-AC34-3523-2E8E79FA17AF}"/>
            </a:ext>
          </a:extLst>
        </p:cNvPr>
        <p:cNvGrpSpPr/>
        <p:nvPr/>
      </p:nvGrpSpPr>
      <p:grpSpPr>
        <a:xfrm>
          <a:off x="0" y="0"/>
          <a:ext cx="0" cy="0"/>
          <a:chOff x="0" y="0"/>
          <a:chExt cx="0" cy="0"/>
        </a:xfrm>
      </p:grpSpPr>
      <p:pic>
        <p:nvPicPr>
          <p:cNvPr id="9" name="Picture 2" descr="How does Git work?. Git is a DVCS (Distributed Version… | by sunil kumar  sahoo | Medium">
            <a:extLst>
              <a:ext uri="{FF2B5EF4-FFF2-40B4-BE49-F238E27FC236}">
                <a16:creationId xmlns:a16="http://schemas.microsoft.com/office/drawing/2014/main" id="{54BB0E30-E1AD-E0DF-4563-14EECAF8A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A641444-2C48-0D2E-ABA1-069B877CF5E9}"/>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AB3D7AF8-78E2-4628-BD2A-49DFD250AE70}"/>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4"/>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Rectangle: Rounded Corners 3">
            <a:extLst>
              <a:ext uri="{FF2B5EF4-FFF2-40B4-BE49-F238E27FC236}">
                <a16:creationId xmlns:a16="http://schemas.microsoft.com/office/drawing/2014/main" id="{7A81DE37-EAB8-65AE-24D6-FCDFC8B72C3E}"/>
              </a:ext>
            </a:extLst>
          </p:cNvPr>
          <p:cNvSpPr/>
          <p:nvPr/>
        </p:nvSpPr>
        <p:spPr>
          <a:xfrm rot="16200000">
            <a:off x="6477153" y="3501592"/>
            <a:ext cx="2451823" cy="574809"/>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0" name="Content Placeholder 2">
            <a:extLst>
              <a:ext uri="{FF2B5EF4-FFF2-40B4-BE49-F238E27FC236}">
                <a16:creationId xmlns:a16="http://schemas.microsoft.com/office/drawing/2014/main" id="{6C71D2C3-B30D-FD23-26B0-AA20C4F6A406}"/>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solidFill>
                  <a:schemeClr val="bg1"/>
                </a:solidFill>
                <a:latin typeface="Abadi" panose="020B0604020104020204" pitchFamily="34" charset="0"/>
              </a:rPr>
              <a:t>Make your changes visible to others:</a:t>
            </a:r>
          </a:p>
          <a:p>
            <a:pPr lvl="1"/>
            <a:r>
              <a:rPr lang="en-GB" sz="2000" dirty="0">
                <a:solidFill>
                  <a:schemeClr val="bg1"/>
                </a:solidFill>
                <a:latin typeface="Abadi" panose="020B0604020104020204" pitchFamily="34" charset="0"/>
              </a:rPr>
              <a:t>You commit</a:t>
            </a:r>
          </a:p>
          <a:p>
            <a:pPr lvl="1"/>
            <a:r>
              <a:rPr lang="en-GB" sz="2000" dirty="0">
                <a:solidFill>
                  <a:schemeClr val="bg1"/>
                </a:solidFill>
                <a:latin typeface="Abadi" panose="020B0604020104020204" pitchFamily="34" charset="0"/>
              </a:rPr>
              <a:t>You push</a:t>
            </a:r>
          </a:p>
          <a:p>
            <a:pPr lvl="1"/>
            <a:r>
              <a:rPr lang="en-GB" sz="2000" dirty="0">
                <a:solidFill>
                  <a:schemeClr val="bg1"/>
                </a:solidFill>
                <a:latin typeface="Abadi" panose="020B0604020104020204" pitchFamily="34" charset="0"/>
              </a:rPr>
              <a:t>They pull</a:t>
            </a:r>
          </a:p>
          <a:p>
            <a:pPr lvl="1"/>
            <a:r>
              <a:rPr lang="en-GB" sz="2000" dirty="0">
                <a:solidFill>
                  <a:schemeClr val="bg1"/>
                </a:solidFill>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solidFill>
                  <a:schemeClr val="bg1"/>
                </a:solidFill>
                <a:latin typeface="Abadi" panose="020B0604020104020204" pitchFamily="34" charset="0"/>
              </a:rPr>
              <a:t>GitHub is the most popular platform for working with Git </a:t>
            </a:r>
            <a:endParaRPr lang="en-DE" sz="2200" dirty="0">
              <a:solidFill>
                <a:schemeClr val="bg1"/>
              </a:solidFill>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11" name="Graphic 10" descr="Hierarchy outline">
            <a:extLst>
              <a:ext uri="{FF2B5EF4-FFF2-40B4-BE49-F238E27FC236}">
                <a16:creationId xmlns:a16="http://schemas.microsoft.com/office/drawing/2014/main" id="{78748CD3-CBF1-F16C-BC60-1F103240DF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7158423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5F66-5684-51BF-4A27-4F7F55098436}"/>
            </a:ext>
          </a:extLst>
        </p:cNvPr>
        <p:cNvGrpSpPr/>
        <p:nvPr/>
      </p:nvGrpSpPr>
      <p:grpSpPr>
        <a:xfrm>
          <a:off x="0" y="0"/>
          <a:ext cx="0" cy="0"/>
          <a:chOff x="0" y="0"/>
          <a:chExt cx="0" cy="0"/>
        </a:xfrm>
      </p:grpSpPr>
      <p:pic>
        <p:nvPicPr>
          <p:cNvPr id="10" name="Picture 2" descr="How does Git work?. Git is a DVCS (Distributed Version… | by sunil kumar  sahoo | Medium">
            <a:extLst>
              <a:ext uri="{FF2B5EF4-FFF2-40B4-BE49-F238E27FC236}">
                <a16:creationId xmlns:a16="http://schemas.microsoft.com/office/drawing/2014/main" id="{03067FB4-D62F-3405-50B1-044D62571F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5C2A87F-2B0F-AB72-A9EF-46D119FD38E6}"/>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B718ECD2-C6D9-7CDE-9596-13CB7930741B}"/>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4"/>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Rectangle: Rounded Corners 3">
            <a:extLst>
              <a:ext uri="{FF2B5EF4-FFF2-40B4-BE49-F238E27FC236}">
                <a16:creationId xmlns:a16="http://schemas.microsoft.com/office/drawing/2014/main" id="{25430E62-9A77-3C37-2AC5-C165444DB676}"/>
              </a:ext>
            </a:extLst>
          </p:cNvPr>
          <p:cNvSpPr/>
          <p:nvPr/>
        </p:nvSpPr>
        <p:spPr>
          <a:xfrm rot="18935122">
            <a:off x="6595416" y="2817006"/>
            <a:ext cx="886691" cy="373892"/>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Content Placeholder 2">
            <a:extLst>
              <a:ext uri="{FF2B5EF4-FFF2-40B4-BE49-F238E27FC236}">
                <a16:creationId xmlns:a16="http://schemas.microsoft.com/office/drawing/2014/main" id="{0EB73E06-84B8-FECA-9CFC-77EF5BB9CC83}"/>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solidFill>
                  <a:schemeClr val="bg1"/>
                </a:solidFill>
                <a:latin typeface="Abadi" panose="020B0604020104020204" pitchFamily="34" charset="0"/>
              </a:rPr>
              <a:t>Make your changes visible to others:</a:t>
            </a:r>
          </a:p>
          <a:p>
            <a:pPr lvl="1"/>
            <a:r>
              <a:rPr lang="en-GB" sz="2000" dirty="0">
                <a:solidFill>
                  <a:schemeClr val="bg1"/>
                </a:solidFill>
                <a:latin typeface="Abadi" panose="020B0604020104020204" pitchFamily="34" charset="0"/>
              </a:rPr>
              <a:t>You commit</a:t>
            </a:r>
          </a:p>
          <a:p>
            <a:pPr lvl="1"/>
            <a:r>
              <a:rPr lang="en-GB" sz="2000" dirty="0">
                <a:solidFill>
                  <a:schemeClr val="bg1"/>
                </a:solidFill>
                <a:latin typeface="Abadi" panose="020B0604020104020204" pitchFamily="34" charset="0"/>
              </a:rPr>
              <a:t>You push</a:t>
            </a:r>
          </a:p>
          <a:p>
            <a:pPr lvl="1"/>
            <a:r>
              <a:rPr lang="en-GB" sz="2000" dirty="0">
                <a:solidFill>
                  <a:schemeClr val="bg1"/>
                </a:solidFill>
                <a:latin typeface="Abadi" panose="020B0604020104020204" pitchFamily="34" charset="0"/>
              </a:rPr>
              <a:t>They pull</a:t>
            </a:r>
          </a:p>
          <a:p>
            <a:pPr lvl="1"/>
            <a:r>
              <a:rPr lang="en-GB" sz="2000" dirty="0">
                <a:solidFill>
                  <a:schemeClr val="bg1"/>
                </a:solidFill>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solidFill>
                  <a:schemeClr val="bg1"/>
                </a:solidFill>
                <a:latin typeface="Abadi" panose="020B0604020104020204" pitchFamily="34" charset="0"/>
              </a:rPr>
              <a:t>GitHub is the most popular platform for working with Git </a:t>
            </a:r>
            <a:endParaRPr lang="en-DE" sz="2200" dirty="0">
              <a:solidFill>
                <a:schemeClr val="bg1"/>
              </a:solidFill>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11" name="Graphic 10" descr="Hierarchy outline">
            <a:extLst>
              <a:ext uri="{FF2B5EF4-FFF2-40B4-BE49-F238E27FC236}">
                <a16:creationId xmlns:a16="http://schemas.microsoft.com/office/drawing/2014/main" id="{EB87972C-3632-5B52-B8B5-DF96498AAC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21572140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3C51-3469-7A96-E5D4-60824A3EFEBD}"/>
            </a:ext>
          </a:extLst>
        </p:cNvPr>
        <p:cNvGrpSpPr/>
        <p:nvPr/>
      </p:nvGrpSpPr>
      <p:grpSpPr>
        <a:xfrm>
          <a:off x="0" y="0"/>
          <a:ext cx="0" cy="0"/>
          <a:chOff x="0" y="0"/>
          <a:chExt cx="0" cy="0"/>
        </a:xfrm>
      </p:grpSpPr>
      <p:pic>
        <p:nvPicPr>
          <p:cNvPr id="10" name="Picture 2" descr="How does Git work?. Git is a DVCS (Distributed Version… | by sunil kumar  sahoo | Medium">
            <a:extLst>
              <a:ext uri="{FF2B5EF4-FFF2-40B4-BE49-F238E27FC236}">
                <a16:creationId xmlns:a16="http://schemas.microsoft.com/office/drawing/2014/main" id="{6DF5717C-5060-0841-EE6A-5B967E3BA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773FC7C-F46D-9542-1DD2-AB284503EA87}"/>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E5AB060D-7C3E-7454-2BAA-34CD1479B9F9}"/>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4"/>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4" name="Rectangle: Rounded Corners 3">
            <a:extLst>
              <a:ext uri="{FF2B5EF4-FFF2-40B4-BE49-F238E27FC236}">
                <a16:creationId xmlns:a16="http://schemas.microsoft.com/office/drawing/2014/main" id="{282D49A5-F86B-AC6C-F5AC-7FA56AA511E6}"/>
              </a:ext>
            </a:extLst>
          </p:cNvPr>
          <p:cNvSpPr/>
          <p:nvPr/>
        </p:nvSpPr>
        <p:spPr>
          <a:xfrm rot="16200000">
            <a:off x="5787660" y="4249805"/>
            <a:ext cx="1066800" cy="464279"/>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Content Placeholder 2">
            <a:extLst>
              <a:ext uri="{FF2B5EF4-FFF2-40B4-BE49-F238E27FC236}">
                <a16:creationId xmlns:a16="http://schemas.microsoft.com/office/drawing/2014/main" id="{7C1C65C4-FF68-ACB4-E129-53D9FB3B9307}"/>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solidFill>
                  <a:schemeClr val="bg1"/>
                </a:solidFill>
                <a:latin typeface="Abadi" panose="020B0604020104020204" pitchFamily="34" charset="0"/>
              </a:rPr>
              <a:t>Make your changes visible to others:</a:t>
            </a:r>
          </a:p>
          <a:p>
            <a:pPr lvl="1"/>
            <a:r>
              <a:rPr lang="en-GB" sz="2000" dirty="0">
                <a:solidFill>
                  <a:schemeClr val="bg1"/>
                </a:solidFill>
                <a:latin typeface="Abadi" panose="020B0604020104020204" pitchFamily="34" charset="0"/>
              </a:rPr>
              <a:t>You commit</a:t>
            </a:r>
          </a:p>
          <a:p>
            <a:pPr lvl="1"/>
            <a:r>
              <a:rPr lang="en-GB" sz="2000" dirty="0">
                <a:solidFill>
                  <a:schemeClr val="bg1"/>
                </a:solidFill>
                <a:latin typeface="Abadi" panose="020B0604020104020204" pitchFamily="34" charset="0"/>
              </a:rPr>
              <a:t>You push</a:t>
            </a:r>
          </a:p>
          <a:p>
            <a:pPr lvl="1"/>
            <a:r>
              <a:rPr lang="en-GB" sz="2000" dirty="0">
                <a:solidFill>
                  <a:schemeClr val="bg1"/>
                </a:solidFill>
                <a:latin typeface="Abadi" panose="020B0604020104020204" pitchFamily="34" charset="0"/>
              </a:rPr>
              <a:t>They pull</a:t>
            </a:r>
          </a:p>
          <a:p>
            <a:pPr lvl="1"/>
            <a:r>
              <a:rPr lang="en-GB" sz="2000" dirty="0">
                <a:solidFill>
                  <a:schemeClr val="bg1"/>
                </a:solidFill>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solidFill>
                  <a:schemeClr val="bg1"/>
                </a:solidFill>
                <a:latin typeface="Abadi" panose="020B0604020104020204" pitchFamily="34" charset="0"/>
              </a:rPr>
              <a:t>GitHub is the most popular platform for working with Git </a:t>
            </a:r>
            <a:endParaRPr lang="en-DE" sz="2200" dirty="0">
              <a:solidFill>
                <a:schemeClr val="bg1"/>
              </a:solidFill>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11" name="Graphic 10" descr="Hierarchy outline">
            <a:extLst>
              <a:ext uri="{FF2B5EF4-FFF2-40B4-BE49-F238E27FC236}">
                <a16:creationId xmlns:a16="http://schemas.microsoft.com/office/drawing/2014/main" id="{447CA1F5-E527-4181-5E1A-2AD80F09D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1194179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5DDCF-30C7-F231-C78C-0EAA3459E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C8F48-1419-E7B6-4B0D-3B08109123EF}"/>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5" name="TextBox 4">
            <a:extLst>
              <a:ext uri="{FF2B5EF4-FFF2-40B4-BE49-F238E27FC236}">
                <a16:creationId xmlns:a16="http://schemas.microsoft.com/office/drawing/2014/main" id="{276DE5B1-A4FE-7C60-68D0-90643978380A}"/>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3"/>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
        <p:nvSpPr>
          <p:cNvPr id="9" name="Content Placeholder 2">
            <a:extLst>
              <a:ext uri="{FF2B5EF4-FFF2-40B4-BE49-F238E27FC236}">
                <a16:creationId xmlns:a16="http://schemas.microsoft.com/office/drawing/2014/main" id="{19CD9DE1-D497-6266-4B10-16DDDBB41A0C}"/>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latin typeface="Abadi" panose="020B0604020104020204" pitchFamily="34" charset="0"/>
              </a:rPr>
              <a:t>Make your changes visible to others:</a:t>
            </a:r>
          </a:p>
          <a:p>
            <a:pPr lvl="1"/>
            <a:r>
              <a:rPr lang="en-GB" sz="2000" dirty="0">
                <a:latin typeface="Abadi" panose="020B0604020104020204" pitchFamily="34" charset="0"/>
              </a:rPr>
              <a:t>You commit</a:t>
            </a:r>
          </a:p>
          <a:p>
            <a:pPr lvl="1"/>
            <a:r>
              <a:rPr lang="en-GB" sz="2000" dirty="0">
                <a:latin typeface="Abadi" panose="020B0604020104020204" pitchFamily="34" charset="0"/>
              </a:rPr>
              <a:t>You push</a:t>
            </a:r>
          </a:p>
          <a:p>
            <a:pPr lvl="1"/>
            <a:r>
              <a:rPr lang="en-GB" sz="2000" dirty="0">
                <a:latin typeface="Abadi" panose="020B0604020104020204" pitchFamily="34" charset="0"/>
              </a:rPr>
              <a:t>They pull</a:t>
            </a:r>
          </a:p>
          <a:p>
            <a:pPr lvl="1"/>
            <a:r>
              <a:rPr lang="en-GB" sz="2000" dirty="0">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solidFill>
                  <a:schemeClr val="bg1"/>
                </a:solidFill>
                <a:latin typeface="Abadi" panose="020B0604020104020204" pitchFamily="34" charset="0"/>
              </a:rPr>
              <a:t>GitHub is the most popular platform for working with Git </a:t>
            </a:r>
            <a:endParaRPr lang="en-DE" sz="2200" dirty="0">
              <a:solidFill>
                <a:schemeClr val="bg1"/>
              </a:solidFill>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10" name="Picture 2" descr="How does Git work?. Git is a DVCS (Distributed Version… | by sunil kumar  sahoo | Medium">
            <a:extLst>
              <a:ext uri="{FF2B5EF4-FFF2-40B4-BE49-F238E27FC236}">
                <a16:creationId xmlns:a16="http://schemas.microsoft.com/office/drawing/2014/main" id="{C39CB206-570C-550B-A7E7-5B6442564B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descr="Hierarchy outline">
            <a:extLst>
              <a:ext uri="{FF2B5EF4-FFF2-40B4-BE49-F238E27FC236}">
                <a16:creationId xmlns:a16="http://schemas.microsoft.com/office/drawing/2014/main" id="{DAF80B20-953A-B852-6611-8D66C68CFB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374456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F37B2-C6CA-1C17-A2AD-C7355899E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E02DB-71BA-E050-2719-9AA775691546}"/>
              </a:ext>
            </a:extLst>
          </p:cNvPr>
          <p:cNvSpPr>
            <a:spLocks noGrp="1"/>
          </p:cNvSpPr>
          <p:nvPr>
            <p:ph type="title"/>
          </p:nvPr>
        </p:nvSpPr>
        <p:spPr/>
        <p:txBody>
          <a:bodyPr/>
          <a:lstStyle/>
          <a:p>
            <a:r>
              <a:rPr lang="en-GB" dirty="0">
                <a:latin typeface="Abadi" panose="020B0604020104020204" pitchFamily="34" charset="0"/>
              </a:rPr>
              <a:t>Git &amp; GitHub</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B5D14FD0-DBDA-6BCA-4A43-6A31AAE62BE2}"/>
              </a:ext>
            </a:extLst>
          </p:cNvPr>
          <p:cNvSpPr>
            <a:spLocks noGrp="1"/>
          </p:cNvSpPr>
          <p:nvPr>
            <p:ph idx="1"/>
          </p:nvPr>
        </p:nvSpPr>
        <p:spPr>
          <a:xfrm>
            <a:off x="651164" y="1814929"/>
            <a:ext cx="4336472" cy="4059397"/>
          </a:xfrm>
        </p:spPr>
        <p:txBody>
          <a:bodyPr>
            <a:normAutofit/>
          </a:bodyPr>
          <a:lstStyle/>
          <a:p>
            <a:r>
              <a:rPr lang="en-GB" sz="2200" dirty="0">
                <a:latin typeface="Abadi" panose="020B0604020104020204" pitchFamily="34" charset="0"/>
              </a:rPr>
              <a:t>Git is a </a:t>
            </a:r>
            <a:r>
              <a:rPr lang="en-GB" sz="2200" i="1" dirty="0">
                <a:latin typeface="Abadi" panose="020B0604020104020204" pitchFamily="34" charset="0"/>
              </a:rPr>
              <a:t>distributed</a:t>
            </a:r>
            <a:r>
              <a:rPr lang="en-GB" sz="2200" dirty="0">
                <a:latin typeface="Abadi" panose="020B0604020104020204" pitchFamily="34" charset="0"/>
              </a:rPr>
              <a:t> version control system</a:t>
            </a:r>
          </a:p>
          <a:p>
            <a:r>
              <a:rPr lang="en-GB" sz="2200" dirty="0">
                <a:latin typeface="Abadi" panose="020B0604020104020204" pitchFamily="34" charset="0"/>
              </a:rPr>
              <a:t>Make your changes visible to others:</a:t>
            </a:r>
          </a:p>
          <a:p>
            <a:pPr lvl="1"/>
            <a:r>
              <a:rPr lang="en-GB" sz="2000" dirty="0">
                <a:latin typeface="Abadi" panose="020B0604020104020204" pitchFamily="34" charset="0"/>
              </a:rPr>
              <a:t>You commit</a:t>
            </a:r>
          </a:p>
          <a:p>
            <a:pPr lvl="1"/>
            <a:r>
              <a:rPr lang="en-GB" sz="2000" dirty="0">
                <a:latin typeface="Abadi" panose="020B0604020104020204" pitchFamily="34" charset="0"/>
              </a:rPr>
              <a:t>You push</a:t>
            </a:r>
          </a:p>
          <a:p>
            <a:pPr lvl="1"/>
            <a:r>
              <a:rPr lang="en-GB" sz="2000" dirty="0">
                <a:latin typeface="Abadi" panose="020B0604020104020204" pitchFamily="34" charset="0"/>
              </a:rPr>
              <a:t>They pull</a:t>
            </a:r>
          </a:p>
          <a:p>
            <a:pPr lvl="1"/>
            <a:r>
              <a:rPr lang="en-GB" sz="2000" dirty="0">
                <a:latin typeface="Abadi" panose="020B0604020104020204" pitchFamily="34" charset="0"/>
              </a:rPr>
              <a:t>They update</a:t>
            </a:r>
          </a:p>
          <a:p>
            <a:pPr marL="457200" lvl="1" indent="0">
              <a:buNone/>
            </a:pPr>
            <a:endParaRPr lang="en-GB" sz="2000" dirty="0">
              <a:latin typeface="Abadi" panose="020B0604020104020204" pitchFamily="34" charset="0"/>
            </a:endParaRPr>
          </a:p>
          <a:p>
            <a:r>
              <a:rPr lang="en-GB" sz="2200" dirty="0">
                <a:latin typeface="Abadi" panose="020B0604020104020204" pitchFamily="34" charset="0"/>
              </a:rPr>
              <a:t>GitHub is the most popular platform for working with Git </a:t>
            </a:r>
            <a:endParaRPr lang="en-DE" sz="2200" dirty="0">
              <a:latin typeface="Abadi" panose="020B0604020104020204" pitchFamily="34" charset="0"/>
            </a:endParaRPr>
          </a:p>
          <a:p>
            <a:endParaRPr lang="en-GB" sz="2400" dirty="0">
              <a:latin typeface="Abadi" panose="020B0604020104020204" pitchFamily="34" charset="0"/>
            </a:endParaRPr>
          </a:p>
          <a:p>
            <a:pPr marL="0" indent="0">
              <a:buNone/>
            </a:pPr>
            <a:endParaRPr lang="en-GB" sz="2200" dirty="0">
              <a:latin typeface="Abadi" panose="020B0604020104020204" pitchFamily="34" charset="0"/>
            </a:endParaRPr>
          </a:p>
        </p:txBody>
      </p:sp>
      <p:pic>
        <p:nvPicPr>
          <p:cNvPr id="2050" name="Picture 2" descr="How does Git work?. Git is a DVCS (Distributed Version… | by sunil kumar  sahoo | Medium">
            <a:extLst>
              <a:ext uri="{FF2B5EF4-FFF2-40B4-BE49-F238E27FC236}">
                <a16:creationId xmlns:a16="http://schemas.microsoft.com/office/drawing/2014/main" id="{A47F0FBB-E20C-E14C-F7DA-2B5A66027A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532" y="1498586"/>
            <a:ext cx="6615268" cy="43757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443C1DA-3729-5971-1AEA-2489EE350890}"/>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DE" sz="1200" dirty="0">
                <a:hlinkClick r:id="rId4"/>
              </a:rPr>
              <a:t>https://medium.com/@irohulk77/version-control-system-cdc05c0ee261</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4" name="Picture 6" descr="Github Logo - Free social media icons">
            <a:extLst>
              <a:ext uri="{FF2B5EF4-FFF2-40B4-BE49-F238E27FC236}">
                <a16:creationId xmlns:a16="http://schemas.microsoft.com/office/drawing/2014/main" id="{D466487F-9308-C5F6-DED2-18F906134C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0295" y="3878558"/>
            <a:ext cx="937617" cy="937617"/>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Hierarchy outline">
            <a:extLst>
              <a:ext uri="{FF2B5EF4-FFF2-40B4-BE49-F238E27FC236}">
                <a16:creationId xmlns:a16="http://schemas.microsoft.com/office/drawing/2014/main" id="{D8341ABD-BEA1-94C4-A526-C8A3638892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40910640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9641-A480-130F-CD71-CBE44E6853CC}"/>
              </a:ext>
            </a:extLst>
          </p:cNvPr>
          <p:cNvSpPr>
            <a:spLocks noGrp="1"/>
          </p:cNvSpPr>
          <p:nvPr>
            <p:ph type="title"/>
          </p:nvPr>
        </p:nvSpPr>
        <p:spPr/>
        <p:txBody>
          <a:bodyPr/>
          <a:lstStyle/>
          <a:p>
            <a:r>
              <a:rPr lang="en-GB" dirty="0">
                <a:latin typeface="Abadi" panose="020B0604020104020204" pitchFamily="34" charset="0"/>
              </a:rPr>
              <a:t>A basic set up: Using a template</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B788E304-EC81-2203-F3A9-7094C61A94AB}"/>
              </a:ext>
            </a:extLst>
          </p:cNvPr>
          <p:cNvSpPr>
            <a:spLocks noGrp="1"/>
          </p:cNvSpPr>
          <p:nvPr>
            <p:ph idx="1"/>
          </p:nvPr>
        </p:nvSpPr>
        <p:spPr/>
        <p:txBody>
          <a:bodyPr/>
          <a:lstStyle/>
          <a:p>
            <a:r>
              <a:rPr lang="en-GB" sz="2200" dirty="0">
                <a:latin typeface="Abadi" panose="020B0604020104020204" pitchFamily="34" charset="0"/>
              </a:rPr>
              <a:t>Git</a:t>
            </a:r>
          </a:p>
          <a:p>
            <a:pPr lvl="1"/>
            <a:r>
              <a:rPr lang="en-GB" sz="2000" dirty="0">
                <a:latin typeface="Abadi" panose="020B0604020104020204" pitchFamily="34" charset="0"/>
              </a:rPr>
              <a:t>On Windows: should be installed on your computer as part of your Bash install </a:t>
            </a:r>
          </a:p>
          <a:p>
            <a:pPr lvl="1"/>
            <a:r>
              <a:rPr lang="en-GB" sz="2000" dirty="0">
                <a:latin typeface="Abadi" panose="020B0604020104020204" pitchFamily="34" charset="0"/>
              </a:rPr>
              <a:t>On MacOS/Linux: should be installed, but if not, follow </a:t>
            </a:r>
            <a:r>
              <a:rPr lang="en-GB" sz="2000" dirty="0">
                <a:latin typeface="Abadi" panose="020B0604020104020204" pitchFamily="34" charset="0"/>
                <a:hlinkClick r:id="rId2"/>
              </a:rPr>
              <a:t>https://carpentries.github.io/workshop-template/install_instructions/#git</a:t>
            </a:r>
            <a:endParaRPr lang="en-GB" sz="2000" dirty="0">
              <a:latin typeface="Abadi" panose="020B0604020104020204" pitchFamily="34" charset="0"/>
            </a:endParaRPr>
          </a:p>
          <a:p>
            <a:pPr lvl="1"/>
            <a:endParaRPr lang="en-GB" sz="1800" dirty="0">
              <a:latin typeface="Abadi" panose="020B0604020104020204" pitchFamily="34" charset="0"/>
            </a:endParaRPr>
          </a:p>
          <a:p>
            <a:r>
              <a:rPr lang="en-GB" sz="2200" dirty="0">
                <a:latin typeface="Abadi" panose="020B0604020104020204" pitchFamily="34" charset="0"/>
              </a:rPr>
              <a:t>Create a GitHub account at </a:t>
            </a:r>
            <a:r>
              <a:rPr lang="en-GB" sz="2200" dirty="0">
                <a:latin typeface="Abadi" panose="020B0604020104020204" pitchFamily="34" charset="0"/>
                <a:hlinkClick r:id="rId3"/>
              </a:rPr>
              <a:t>https://github.com/</a:t>
            </a:r>
            <a:endParaRPr lang="en-GB" sz="2200" dirty="0">
              <a:latin typeface="Abadi" panose="020B0604020104020204" pitchFamily="34" charset="0"/>
            </a:endParaRPr>
          </a:p>
          <a:p>
            <a:pPr marL="0" indent="0">
              <a:buNone/>
            </a:pPr>
            <a:endParaRPr lang="en-GB" sz="2200" dirty="0">
              <a:latin typeface="Abadi" panose="020B0604020104020204" pitchFamily="34" charset="0"/>
            </a:endParaRPr>
          </a:p>
          <a:p>
            <a:r>
              <a:rPr lang="en-GB" sz="2200" dirty="0">
                <a:latin typeface="Abadi" panose="020B0604020104020204" pitchFamily="34" charset="0"/>
              </a:rPr>
              <a:t>Use a template to set up a simple project</a:t>
            </a:r>
          </a:p>
          <a:p>
            <a:pPr lvl="1"/>
            <a:r>
              <a:rPr lang="en-DE" sz="2000" dirty="0">
                <a:latin typeface="Abadi" panose="020B0604020104020204" pitchFamily="34" charset="0"/>
                <a:hlinkClick r:id="rId4"/>
              </a:rPr>
              <a:t>https://github.com/UtrechtUniversity/simple-r-project</a:t>
            </a:r>
            <a:r>
              <a:rPr lang="en-GB" sz="2000" dirty="0">
                <a:latin typeface="Abadi" panose="020B0604020104020204" pitchFamily="34" charset="0"/>
              </a:rPr>
              <a:t> if using R</a:t>
            </a:r>
          </a:p>
          <a:p>
            <a:pPr lvl="1"/>
            <a:r>
              <a:rPr lang="en-DE" sz="2000" dirty="0">
                <a:latin typeface="Abadi" panose="020B0604020104020204" pitchFamily="34" charset="0"/>
                <a:hlinkClick r:id="rId5"/>
              </a:rPr>
              <a:t>https://github.com/UtrechtUniversity/simple-python-template/</a:t>
            </a:r>
            <a:r>
              <a:rPr lang="en-GB" sz="2000" dirty="0">
                <a:latin typeface="Abadi" panose="020B0604020104020204" pitchFamily="34" charset="0"/>
              </a:rPr>
              <a:t> if using Python</a:t>
            </a:r>
          </a:p>
          <a:p>
            <a:pPr marL="0" indent="0">
              <a:buNone/>
            </a:pPr>
            <a:endParaRPr lang="en-GB" dirty="0"/>
          </a:p>
        </p:txBody>
      </p:sp>
      <p:pic>
        <p:nvPicPr>
          <p:cNvPr id="4" name="Graphic 3" descr="Hierarchy outline">
            <a:extLst>
              <a:ext uri="{FF2B5EF4-FFF2-40B4-BE49-F238E27FC236}">
                <a16:creationId xmlns:a16="http://schemas.microsoft.com/office/drawing/2014/main" id="{E0DC2883-57AD-0716-0421-079C997E1F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47897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E2A068-98BA-BD57-C2C9-E70B4CCF2407}"/>
              </a:ext>
            </a:extLst>
          </p:cNvPr>
          <p:cNvPicPr>
            <a:picLocks noChangeAspect="1"/>
          </p:cNvPicPr>
          <p:nvPr/>
        </p:nvPicPr>
        <p:blipFill>
          <a:blip r:embed="rId3"/>
          <a:stretch>
            <a:fillRect/>
          </a:stretch>
        </p:blipFill>
        <p:spPr>
          <a:xfrm>
            <a:off x="672821" y="1672977"/>
            <a:ext cx="10846357" cy="4819898"/>
          </a:xfrm>
          <a:prstGeom prst="rect">
            <a:avLst/>
          </a:prstGeom>
        </p:spPr>
      </p:pic>
      <p:pic>
        <p:nvPicPr>
          <p:cNvPr id="4" name="Graphic 3" descr="Hierarchy outline">
            <a:extLst>
              <a:ext uri="{FF2B5EF4-FFF2-40B4-BE49-F238E27FC236}">
                <a16:creationId xmlns:a16="http://schemas.microsoft.com/office/drawing/2014/main" id="{E26A900D-3F67-5E52-767B-12917C9CAE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10451" y="110840"/>
            <a:ext cx="914400" cy="914400"/>
          </a:xfrm>
          <a:prstGeom prst="rect">
            <a:avLst/>
          </a:prstGeom>
        </p:spPr>
      </p:pic>
      <p:sp>
        <p:nvSpPr>
          <p:cNvPr id="5" name="Title 1">
            <a:extLst>
              <a:ext uri="{FF2B5EF4-FFF2-40B4-BE49-F238E27FC236}">
                <a16:creationId xmlns:a16="http://schemas.microsoft.com/office/drawing/2014/main" id="{8FEE5B40-2510-8E88-9EA8-75F420325953}"/>
              </a:ext>
            </a:extLst>
          </p:cNvPr>
          <p:cNvSpPr txBox="1">
            <a:spLocks/>
          </p:cNvSpPr>
          <p:nvPr/>
        </p:nvSpPr>
        <p:spPr>
          <a:xfrm>
            <a:off x="838200" y="365125"/>
            <a:ext cx="10515600" cy="1325563"/>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Abadi" panose="020B0604020104020204" pitchFamily="34" charset="0"/>
              </a:rPr>
              <a:t>A basic set up: demo #1</a:t>
            </a:r>
            <a:endParaRPr lang="en-DE" dirty="0">
              <a:latin typeface="Abadi" panose="020B0604020104020204" pitchFamily="34" charset="0"/>
            </a:endParaRPr>
          </a:p>
        </p:txBody>
      </p:sp>
    </p:spTree>
    <p:extLst>
      <p:ext uri="{BB962C8B-B14F-4D97-AF65-F5344CB8AC3E}">
        <p14:creationId xmlns:p14="http://schemas.microsoft.com/office/powerpoint/2010/main" val="134609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42FA5-D330-E34B-7DC4-1112E76E4493}"/>
              </a:ext>
            </a:extLst>
          </p:cNvPr>
          <p:cNvSpPr>
            <a:spLocks noGrp="1"/>
          </p:cNvSpPr>
          <p:nvPr>
            <p:ph type="title"/>
          </p:nvPr>
        </p:nvSpPr>
        <p:spPr/>
        <p:txBody>
          <a:bodyPr/>
          <a:lstStyle/>
          <a:p>
            <a:r>
              <a:rPr lang="en-GB" dirty="0">
                <a:latin typeface="Abadi" panose="020B0604020104020204" pitchFamily="34" charset="0"/>
              </a:rPr>
              <a:t>A basic set up: demo #2</a:t>
            </a:r>
            <a:endParaRPr lang="en-DE" dirty="0">
              <a:latin typeface="Abadi" panose="020B0604020104020204" pitchFamily="34" charset="0"/>
            </a:endParaRPr>
          </a:p>
        </p:txBody>
      </p:sp>
      <p:pic>
        <p:nvPicPr>
          <p:cNvPr id="7" name="Picture 6">
            <a:extLst>
              <a:ext uri="{FF2B5EF4-FFF2-40B4-BE49-F238E27FC236}">
                <a16:creationId xmlns:a16="http://schemas.microsoft.com/office/drawing/2014/main" id="{EFBC32C0-3A6C-75A5-7A57-2D1919181129}"/>
              </a:ext>
            </a:extLst>
          </p:cNvPr>
          <p:cNvPicPr>
            <a:picLocks noChangeAspect="1"/>
          </p:cNvPicPr>
          <p:nvPr/>
        </p:nvPicPr>
        <p:blipFill>
          <a:blip r:embed="rId3"/>
          <a:stretch>
            <a:fillRect/>
          </a:stretch>
        </p:blipFill>
        <p:spPr>
          <a:xfrm>
            <a:off x="491837" y="1683761"/>
            <a:ext cx="11208326" cy="4635738"/>
          </a:xfrm>
          <a:prstGeom prst="rect">
            <a:avLst/>
          </a:prstGeom>
        </p:spPr>
      </p:pic>
      <p:pic>
        <p:nvPicPr>
          <p:cNvPr id="8" name="Graphic 7" descr="Hierarchy outline">
            <a:extLst>
              <a:ext uri="{FF2B5EF4-FFF2-40B4-BE49-F238E27FC236}">
                <a16:creationId xmlns:a16="http://schemas.microsoft.com/office/drawing/2014/main" id="{DF6E5AA6-A56C-CA08-86FD-2E33E85DC0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335513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451EE-3D95-65C2-BDF2-456E6E824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3EC3F-6B62-3B21-33D2-9F5C1470D556}"/>
              </a:ext>
            </a:extLst>
          </p:cNvPr>
          <p:cNvSpPr>
            <a:spLocks noGrp="1"/>
          </p:cNvSpPr>
          <p:nvPr>
            <p:ph type="title"/>
          </p:nvPr>
        </p:nvSpPr>
        <p:spPr/>
        <p:txBody>
          <a:bodyPr/>
          <a:lstStyle/>
          <a:p>
            <a:r>
              <a:rPr lang="en-GB" dirty="0">
                <a:latin typeface="Abadi" panose="020B0604020104020204" pitchFamily="34" charset="0"/>
              </a:rPr>
              <a:t>Code quality</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2B65C370-56A4-B82E-37D8-378DC5F64F1E}"/>
              </a:ext>
            </a:extLst>
          </p:cNvPr>
          <p:cNvSpPr>
            <a:spLocks noGrp="1"/>
          </p:cNvSpPr>
          <p:nvPr>
            <p:ph idx="1"/>
          </p:nvPr>
        </p:nvSpPr>
        <p:spPr/>
        <p:txBody>
          <a:bodyPr>
            <a:normAutofit/>
          </a:bodyPr>
          <a:lstStyle/>
          <a:p>
            <a:pPr marL="0" indent="0" algn="ctr">
              <a:spcAft>
                <a:spcPts val="1200"/>
              </a:spcAft>
              <a:buNone/>
            </a:pPr>
            <a:r>
              <a:rPr lang="en-GB" sz="2400" b="1" dirty="0">
                <a:solidFill>
                  <a:srgbClr val="C00000"/>
                </a:solidFill>
                <a:latin typeface="Abadi" panose="020B0604020104020204" pitchFamily="34" charset="0"/>
              </a:rPr>
              <a:t>The 3 R’s of good code</a:t>
            </a:r>
          </a:p>
          <a:p>
            <a:pPr>
              <a:spcAft>
                <a:spcPts val="1200"/>
              </a:spcAft>
            </a:pPr>
            <a:r>
              <a:rPr lang="en-GB" sz="2200" b="1" dirty="0">
                <a:latin typeface="Abadi" panose="020B0604020104020204" pitchFamily="34" charset="0"/>
              </a:rPr>
              <a:t>Readable</a:t>
            </a:r>
          </a:p>
          <a:p>
            <a:pPr lvl="1">
              <a:spcAft>
                <a:spcPts val="1200"/>
              </a:spcAft>
            </a:pPr>
            <a:r>
              <a:rPr lang="en-GB" sz="2200" dirty="0">
                <a:latin typeface="Abadi" panose="020B0604020104020204" pitchFamily="34" charset="0"/>
              </a:rPr>
              <a:t>Easy for others (and your future self) to understand and follow</a:t>
            </a:r>
          </a:p>
          <a:p>
            <a:pPr>
              <a:spcAft>
                <a:spcPts val="1200"/>
              </a:spcAft>
            </a:pPr>
            <a:r>
              <a:rPr lang="en-GB" sz="2200" b="1" dirty="0">
                <a:latin typeface="Abadi" panose="020B0604020104020204" pitchFamily="34" charset="0"/>
              </a:rPr>
              <a:t>Reusable</a:t>
            </a:r>
          </a:p>
          <a:p>
            <a:pPr lvl="1">
              <a:spcAft>
                <a:spcPts val="1200"/>
              </a:spcAft>
            </a:pPr>
            <a:r>
              <a:rPr lang="en-GB" sz="2200" dirty="0">
                <a:latin typeface="Abadi" panose="020B0604020104020204" pitchFamily="34" charset="0"/>
              </a:rPr>
              <a:t>Can be adapted or repurposed across different contexts or projects</a:t>
            </a:r>
          </a:p>
          <a:p>
            <a:pPr>
              <a:spcAft>
                <a:spcPts val="1200"/>
              </a:spcAft>
            </a:pPr>
            <a:r>
              <a:rPr lang="en-GB" sz="2200" b="1" dirty="0">
                <a:latin typeface="Abadi" panose="020B0604020104020204" pitchFamily="34" charset="0"/>
              </a:rPr>
              <a:t>Robust</a:t>
            </a:r>
          </a:p>
          <a:p>
            <a:pPr lvl="1"/>
            <a:r>
              <a:rPr lang="en-GB" sz="2200" dirty="0">
                <a:latin typeface="Abadi" panose="020B0604020104020204" pitchFamily="34" charset="0"/>
              </a:rPr>
              <a:t>Can handle errors and continue to function reliably</a:t>
            </a:r>
          </a:p>
        </p:txBody>
      </p:sp>
      <p:pic>
        <p:nvPicPr>
          <p:cNvPr id="4" name="Graphic 3" descr="Hierarchy outline">
            <a:extLst>
              <a:ext uri="{FF2B5EF4-FFF2-40B4-BE49-F238E27FC236}">
                <a16:creationId xmlns:a16="http://schemas.microsoft.com/office/drawing/2014/main" id="{4A4236D8-E553-66ED-513D-AACE810615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10451" y="110840"/>
            <a:ext cx="914400" cy="914400"/>
          </a:xfrm>
          <a:prstGeom prst="rect">
            <a:avLst/>
          </a:prstGeom>
        </p:spPr>
      </p:pic>
    </p:spTree>
    <p:extLst>
      <p:ext uri="{BB962C8B-B14F-4D97-AF65-F5344CB8AC3E}">
        <p14:creationId xmlns:p14="http://schemas.microsoft.com/office/powerpoint/2010/main" val="2658615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20539-9255-57BD-13AF-57D45E266BAA}"/>
              </a:ext>
            </a:extLst>
          </p:cNvPr>
          <p:cNvSpPr>
            <a:spLocks noGrp="1"/>
          </p:cNvSpPr>
          <p:nvPr>
            <p:ph type="title"/>
          </p:nvPr>
        </p:nvSpPr>
        <p:spPr/>
        <p:txBody>
          <a:bodyPr/>
          <a:lstStyle/>
          <a:p>
            <a:r>
              <a:rPr lang="en-GB" dirty="0">
                <a:latin typeface="Abadi" panose="020B0604020104020204" pitchFamily="34" charset="0"/>
              </a:rPr>
              <a:t>Readability: Variable names</a:t>
            </a:r>
            <a:endParaRPr lang="en-DE" dirty="0">
              <a:latin typeface="Abadi" panose="020B0604020104020204" pitchFamily="34" charset="0"/>
            </a:endParaRPr>
          </a:p>
        </p:txBody>
      </p:sp>
      <p:pic>
        <p:nvPicPr>
          <p:cNvPr id="5" name="Picture 4">
            <a:extLst>
              <a:ext uri="{FF2B5EF4-FFF2-40B4-BE49-F238E27FC236}">
                <a16:creationId xmlns:a16="http://schemas.microsoft.com/office/drawing/2014/main" id="{58478019-4F9C-491E-2867-3FE7872DB5B3}"/>
              </a:ext>
            </a:extLst>
          </p:cNvPr>
          <p:cNvPicPr>
            <a:picLocks noChangeAspect="1"/>
          </p:cNvPicPr>
          <p:nvPr/>
        </p:nvPicPr>
        <p:blipFill>
          <a:blip r:embed="rId3"/>
          <a:stretch>
            <a:fillRect/>
          </a:stretch>
        </p:blipFill>
        <p:spPr>
          <a:xfrm>
            <a:off x="2059055" y="1690688"/>
            <a:ext cx="8142260" cy="1972283"/>
          </a:xfrm>
          <a:prstGeom prst="rect">
            <a:avLst/>
          </a:prstGeom>
        </p:spPr>
      </p:pic>
      <p:pic>
        <p:nvPicPr>
          <p:cNvPr id="7" name="Picture 6">
            <a:extLst>
              <a:ext uri="{FF2B5EF4-FFF2-40B4-BE49-F238E27FC236}">
                <a16:creationId xmlns:a16="http://schemas.microsoft.com/office/drawing/2014/main" id="{A8B5A80E-ED84-4885-4BE4-C93741481CC6}"/>
              </a:ext>
            </a:extLst>
          </p:cNvPr>
          <p:cNvPicPr>
            <a:picLocks noChangeAspect="1"/>
          </p:cNvPicPr>
          <p:nvPr/>
        </p:nvPicPr>
        <p:blipFill>
          <a:blip r:embed="rId4"/>
          <a:stretch>
            <a:fillRect/>
          </a:stretch>
        </p:blipFill>
        <p:spPr>
          <a:xfrm>
            <a:off x="2059055" y="3974953"/>
            <a:ext cx="8073890" cy="1849327"/>
          </a:xfrm>
          <a:prstGeom prst="rect">
            <a:avLst/>
          </a:prstGeom>
        </p:spPr>
      </p:pic>
    </p:spTree>
    <p:extLst>
      <p:ext uri="{BB962C8B-B14F-4D97-AF65-F5344CB8AC3E}">
        <p14:creationId xmlns:p14="http://schemas.microsoft.com/office/powerpoint/2010/main" val="316176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332F2-8989-C464-F130-29901FB6E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D2B80-19B5-C915-543B-A75889F11177}"/>
              </a:ext>
            </a:extLst>
          </p:cNvPr>
          <p:cNvSpPr>
            <a:spLocks noGrp="1"/>
          </p:cNvSpPr>
          <p:nvPr>
            <p:ph type="title"/>
          </p:nvPr>
        </p:nvSpPr>
        <p:spPr/>
        <p:txBody>
          <a:bodyPr/>
          <a:lstStyle/>
          <a:p>
            <a:r>
              <a:rPr lang="en-GB" dirty="0">
                <a:latin typeface="Abadi" panose="020B0604020104020204" pitchFamily="34" charset="0"/>
              </a:rPr>
              <a:t>Readability: Function names</a:t>
            </a:r>
            <a:endParaRPr lang="en-DE" dirty="0">
              <a:latin typeface="Abadi" panose="020B0604020104020204" pitchFamily="34" charset="0"/>
            </a:endParaRPr>
          </a:p>
        </p:txBody>
      </p:sp>
      <p:pic>
        <p:nvPicPr>
          <p:cNvPr id="4" name="Picture 3">
            <a:extLst>
              <a:ext uri="{FF2B5EF4-FFF2-40B4-BE49-F238E27FC236}">
                <a16:creationId xmlns:a16="http://schemas.microsoft.com/office/drawing/2014/main" id="{ED99289B-86D8-1705-5127-BF6E95DA1840}"/>
              </a:ext>
            </a:extLst>
          </p:cNvPr>
          <p:cNvPicPr>
            <a:picLocks noChangeAspect="1"/>
          </p:cNvPicPr>
          <p:nvPr/>
        </p:nvPicPr>
        <p:blipFill>
          <a:blip r:embed="rId3"/>
          <a:srcRect b="45944"/>
          <a:stretch>
            <a:fillRect/>
          </a:stretch>
        </p:blipFill>
        <p:spPr>
          <a:xfrm>
            <a:off x="2434673" y="2493420"/>
            <a:ext cx="7322654" cy="1317480"/>
          </a:xfrm>
          <a:prstGeom prst="rect">
            <a:avLst/>
          </a:prstGeom>
        </p:spPr>
      </p:pic>
      <p:pic>
        <p:nvPicPr>
          <p:cNvPr id="6" name="Picture 5">
            <a:extLst>
              <a:ext uri="{FF2B5EF4-FFF2-40B4-BE49-F238E27FC236}">
                <a16:creationId xmlns:a16="http://schemas.microsoft.com/office/drawing/2014/main" id="{D3EC859E-53D4-E20A-BC17-681C0B93B7DE}"/>
              </a:ext>
            </a:extLst>
          </p:cNvPr>
          <p:cNvPicPr>
            <a:picLocks noChangeAspect="1"/>
          </p:cNvPicPr>
          <p:nvPr/>
        </p:nvPicPr>
        <p:blipFill>
          <a:blip r:embed="rId3"/>
          <a:srcRect t="51694"/>
          <a:stretch>
            <a:fillRect/>
          </a:stretch>
        </p:blipFill>
        <p:spPr>
          <a:xfrm>
            <a:off x="2434673" y="3810900"/>
            <a:ext cx="7322654" cy="1177346"/>
          </a:xfrm>
          <a:prstGeom prst="rect">
            <a:avLst/>
          </a:prstGeom>
        </p:spPr>
      </p:pic>
    </p:spTree>
    <p:extLst>
      <p:ext uri="{BB962C8B-B14F-4D97-AF65-F5344CB8AC3E}">
        <p14:creationId xmlns:p14="http://schemas.microsoft.com/office/powerpoint/2010/main" val="244147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1DBF2-4F44-561C-F641-52849240D13A}"/>
              </a:ext>
            </a:extLst>
          </p:cNvPr>
          <p:cNvSpPr>
            <a:spLocks noGrp="1"/>
          </p:cNvSpPr>
          <p:nvPr>
            <p:ph type="title"/>
          </p:nvPr>
        </p:nvSpPr>
        <p:spPr/>
        <p:txBody>
          <a:bodyPr/>
          <a:lstStyle/>
          <a:p>
            <a:r>
              <a:rPr lang="en-GB" dirty="0">
                <a:latin typeface="Abadi" panose="020B0604020104020204" pitchFamily="34" charset="0"/>
              </a:rPr>
              <a:t>Readability: be careful with one-liners</a:t>
            </a:r>
            <a:endParaRPr lang="en-DE" dirty="0">
              <a:latin typeface="Abadi" panose="020B0604020104020204" pitchFamily="34" charset="0"/>
            </a:endParaRPr>
          </a:p>
        </p:txBody>
      </p:sp>
      <p:pic>
        <p:nvPicPr>
          <p:cNvPr id="5" name="Picture 4">
            <a:extLst>
              <a:ext uri="{FF2B5EF4-FFF2-40B4-BE49-F238E27FC236}">
                <a16:creationId xmlns:a16="http://schemas.microsoft.com/office/drawing/2014/main" id="{8470227C-4F91-693C-5EF1-B4B3B471D3F9}"/>
              </a:ext>
            </a:extLst>
          </p:cNvPr>
          <p:cNvPicPr>
            <a:picLocks noChangeAspect="1"/>
          </p:cNvPicPr>
          <p:nvPr/>
        </p:nvPicPr>
        <p:blipFill>
          <a:blip r:embed="rId2"/>
          <a:stretch>
            <a:fillRect/>
          </a:stretch>
        </p:blipFill>
        <p:spPr>
          <a:xfrm>
            <a:off x="641306" y="1803673"/>
            <a:ext cx="10909388" cy="515675"/>
          </a:xfrm>
          <a:prstGeom prst="rect">
            <a:avLst/>
          </a:prstGeom>
        </p:spPr>
      </p:pic>
      <p:pic>
        <p:nvPicPr>
          <p:cNvPr id="7" name="Picture 6">
            <a:extLst>
              <a:ext uri="{FF2B5EF4-FFF2-40B4-BE49-F238E27FC236}">
                <a16:creationId xmlns:a16="http://schemas.microsoft.com/office/drawing/2014/main" id="{9A643BC4-4860-A02A-3B31-49080B99C4DD}"/>
              </a:ext>
            </a:extLst>
          </p:cNvPr>
          <p:cNvPicPr>
            <a:picLocks noChangeAspect="1"/>
          </p:cNvPicPr>
          <p:nvPr/>
        </p:nvPicPr>
        <p:blipFill>
          <a:blip r:embed="rId3"/>
          <a:stretch>
            <a:fillRect/>
          </a:stretch>
        </p:blipFill>
        <p:spPr>
          <a:xfrm>
            <a:off x="641306" y="2542556"/>
            <a:ext cx="7287468" cy="2417364"/>
          </a:xfrm>
          <a:prstGeom prst="rect">
            <a:avLst/>
          </a:prstGeom>
        </p:spPr>
      </p:pic>
      <p:pic>
        <p:nvPicPr>
          <p:cNvPr id="9" name="Picture 8">
            <a:extLst>
              <a:ext uri="{FF2B5EF4-FFF2-40B4-BE49-F238E27FC236}">
                <a16:creationId xmlns:a16="http://schemas.microsoft.com/office/drawing/2014/main" id="{2D1B76D2-14FB-F5BE-6593-5629CAC0A4D3}"/>
              </a:ext>
            </a:extLst>
          </p:cNvPr>
          <p:cNvPicPr>
            <a:picLocks noChangeAspect="1"/>
          </p:cNvPicPr>
          <p:nvPr/>
        </p:nvPicPr>
        <p:blipFill>
          <a:blip r:embed="rId4"/>
          <a:stretch>
            <a:fillRect/>
          </a:stretch>
        </p:blipFill>
        <p:spPr>
          <a:xfrm>
            <a:off x="641306" y="5183128"/>
            <a:ext cx="6949697" cy="1002928"/>
          </a:xfrm>
          <a:prstGeom prst="rect">
            <a:avLst/>
          </a:prstGeom>
        </p:spPr>
      </p:pic>
    </p:spTree>
    <p:extLst>
      <p:ext uri="{BB962C8B-B14F-4D97-AF65-F5344CB8AC3E}">
        <p14:creationId xmlns:p14="http://schemas.microsoft.com/office/powerpoint/2010/main" val="154687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9873-6E41-D622-7599-FA5FE5C7A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A2FD7-C1AB-F9B7-2CC3-24E9F5010CE4}"/>
              </a:ext>
            </a:extLst>
          </p:cNvPr>
          <p:cNvSpPr>
            <a:spLocks noGrp="1"/>
          </p:cNvSpPr>
          <p:nvPr>
            <p:ph type="title"/>
          </p:nvPr>
        </p:nvSpPr>
        <p:spPr/>
        <p:txBody>
          <a:bodyPr/>
          <a:lstStyle/>
          <a:p>
            <a:r>
              <a:rPr lang="en-GB" dirty="0">
                <a:latin typeface="Abadi" panose="020B0604020104020204" pitchFamily="34" charset="0"/>
              </a:rPr>
              <a:t>Readability: Style</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993E1073-E9BF-1297-4AC3-C3F5DB29BD2D}"/>
              </a:ext>
            </a:extLst>
          </p:cNvPr>
          <p:cNvSpPr>
            <a:spLocks noGrp="1"/>
          </p:cNvSpPr>
          <p:nvPr>
            <p:ph idx="1"/>
          </p:nvPr>
        </p:nvSpPr>
        <p:spPr>
          <a:xfrm>
            <a:off x="898385" y="1879519"/>
            <a:ext cx="5363870" cy="4715245"/>
          </a:xfrm>
        </p:spPr>
        <p:txBody>
          <a:bodyPr/>
          <a:lstStyle/>
          <a:p>
            <a:r>
              <a:rPr lang="en-GB" sz="2200" dirty="0">
                <a:latin typeface="Abadi" panose="020B0604020104020204" pitchFamily="34" charset="0"/>
              </a:rPr>
              <a:t>Be consistent</a:t>
            </a:r>
          </a:p>
          <a:p>
            <a:endParaRPr lang="en-GB" sz="2200" dirty="0">
              <a:latin typeface="Abadi" panose="020B0604020104020204" pitchFamily="34" charset="0"/>
            </a:endParaRPr>
          </a:p>
          <a:p>
            <a:endParaRPr lang="en-GB" sz="2200" dirty="0">
              <a:latin typeface="Abadi" panose="020B0604020104020204" pitchFamily="34" charset="0"/>
            </a:endParaRPr>
          </a:p>
          <a:p>
            <a:pPr marL="0" indent="0">
              <a:buNone/>
            </a:pPr>
            <a:endParaRPr lang="en-GB" sz="2200" dirty="0">
              <a:latin typeface="Abadi" panose="020B0604020104020204" pitchFamily="34" charset="0"/>
            </a:endParaRPr>
          </a:p>
          <a:p>
            <a:pPr>
              <a:spcAft>
                <a:spcPts val="1200"/>
              </a:spcAft>
            </a:pPr>
            <a:r>
              <a:rPr lang="en-GB" sz="2200" dirty="0">
                <a:latin typeface="Abadi" panose="020B0604020104020204" pitchFamily="34" charset="0"/>
              </a:rPr>
              <a:t>Follow conventions</a:t>
            </a:r>
          </a:p>
          <a:p>
            <a:pPr lvl="1"/>
            <a:r>
              <a:rPr lang="en-GB" sz="1800" dirty="0">
                <a:latin typeface="Abadi" panose="020B0604020104020204" pitchFamily="34" charset="0"/>
                <a:hlinkClick r:id="rId2"/>
              </a:rPr>
              <a:t>https://style.tidyverse.org/</a:t>
            </a:r>
            <a:endParaRPr lang="en-GB" sz="1800" dirty="0">
              <a:latin typeface="Abadi" panose="020B0604020104020204" pitchFamily="34" charset="0"/>
            </a:endParaRPr>
          </a:p>
          <a:p>
            <a:pPr lvl="1"/>
            <a:r>
              <a:rPr lang="en-GB" sz="1800" dirty="0">
                <a:latin typeface="Abadi" panose="020B0604020104020204" pitchFamily="34" charset="0"/>
                <a:hlinkClick r:id="rId3"/>
              </a:rPr>
              <a:t>https://peps.python.org/pep-0008/</a:t>
            </a:r>
            <a:endParaRPr lang="en-GB" sz="1800" dirty="0">
              <a:latin typeface="Abadi" panose="020B0604020104020204" pitchFamily="34" charset="0"/>
            </a:endParaRPr>
          </a:p>
          <a:p>
            <a:endParaRPr lang="en-GB" sz="2200" dirty="0">
              <a:latin typeface="Abadi" panose="020B0604020104020204" pitchFamily="34" charset="0"/>
            </a:endParaRPr>
          </a:p>
        </p:txBody>
      </p:sp>
      <p:pic>
        <p:nvPicPr>
          <p:cNvPr id="5" name="Picture 4">
            <a:extLst>
              <a:ext uri="{FF2B5EF4-FFF2-40B4-BE49-F238E27FC236}">
                <a16:creationId xmlns:a16="http://schemas.microsoft.com/office/drawing/2014/main" id="{B407B89E-8F52-3CD7-65C7-DFC68D3737E6}"/>
              </a:ext>
            </a:extLst>
          </p:cNvPr>
          <p:cNvPicPr>
            <a:picLocks noChangeAspect="1"/>
          </p:cNvPicPr>
          <p:nvPr/>
        </p:nvPicPr>
        <p:blipFill>
          <a:blip r:embed="rId4"/>
          <a:stretch>
            <a:fillRect/>
          </a:stretch>
        </p:blipFill>
        <p:spPr>
          <a:xfrm>
            <a:off x="2992733" y="2299474"/>
            <a:ext cx="6206533" cy="941510"/>
          </a:xfrm>
          <a:prstGeom prst="rect">
            <a:avLst/>
          </a:prstGeom>
        </p:spPr>
      </p:pic>
      <p:pic>
        <p:nvPicPr>
          <p:cNvPr id="4" name="Picture 3">
            <a:extLst>
              <a:ext uri="{FF2B5EF4-FFF2-40B4-BE49-F238E27FC236}">
                <a16:creationId xmlns:a16="http://schemas.microsoft.com/office/drawing/2014/main" id="{71732D40-1E1C-14D0-296D-96776208ED70}"/>
              </a:ext>
            </a:extLst>
          </p:cNvPr>
          <p:cNvPicPr>
            <a:picLocks noChangeAspect="1"/>
          </p:cNvPicPr>
          <p:nvPr/>
        </p:nvPicPr>
        <p:blipFill>
          <a:blip r:embed="rId5"/>
          <a:stretch>
            <a:fillRect/>
          </a:stretch>
        </p:blipFill>
        <p:spPr>
          <a:xfrm>
            <a:off x="2720924" y="5046130"/>
            <a:ext cx="7101344" cy="1080084"/>
          </a:xfrm>
          <a:prstGeom prst="rect">
            <a:avLst/>
          </a:prstGeom>
        </p:spPr>
      </p:pic>
    </p:spTree>
    <p:extLst>
      <p:ext uri="{BB962C8B-B14F-4D97-AF65-F5344CB8AC3E}">
        <p14:creationId xmlns:p14="http://schemas.microsoft.com/office/powerpoint/2010/main" val="324545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AFEDC-6E15-EEF9-3532-63C08D9D85DC}"/>
              </a:ext>
            </a:extLst>
          </p:cNvPr>
          <p:cNvSpPr>
            <a:spLocks noGrp="1"/>
          </p:cNvSpPr>
          <p:nvPr>
            <p:ph type="title"/>
          </p:nvPr>
        </p:nvSpPr>
        <p:spPr/>
        <p:txBody>
          <a:bodyPr/>
          <a:lstStyle/>
          <a:p>
            <a:r>
              <a:rPr lang="en-GB" dirty="0">
                <a:latin typeface="Abadi" panose="020B0604020104020204" pitchFamily="34" charset="0"/>
              </a:rPr>
              <a:t>Readability: Style</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E3CE0A3B-CB28-FAA8-85A5-07B6A5C052B0}"/>
              </a:ext>
            </a:extLst>
          </p:cNvPr>
          <p:cNvSpPr>
            <a:spLocks noGrp="1"/>
          </p:cNvSpPr>
          <p:nvPr>
            <p:ph idx="1"/>
          </p:nvPr>
        </p:nvSpPr>
        <p:spPr>
          <a:xfrm>
            <a:off x="838200" y="1802266"/>
            <a:ext cx="5257800" cy="3098961"/>
          </a:xfrm>
        </p:spPr>
        <p:txBody>
          <a:bodyPr/>
          <a:lstStyle/>
          <a:p>
            <a:r>
              <a:rPr lang="en-GB" sz="2200" dirty="0">
                <a:latin typeface="Abadi" panose="020B0604020104020204" pitchFamily="34" charset="0"/>
              </a:rPr>
              <a:t>Use linters/formatters</a:t>
            </a:r>
          </a:p>
          <a:p>
            <a:pPr lvl="1"/>
            <a:r>
              <a:rPr lang="en-GB" sz="1800" dirty="0">
                <a:latin typeface="Abadi" panose="020B0604020104020204" pitchFamily="34" charset="0"/>
              </a:rPr>
              <a:t>R: </a:t>
            </a:r>
            <a:r>
              <a:rPr lang="en-GB" sz="1800" i="1" dirty="0" err="1">
                <a:latin typeface="Abadi" panose="020B0604020104020204" pitchFamily="34" charset="0"/>
              </a:rPr>
              <a:t>lintr</a:t>
            </a:r>
            <a:r>
              <a:rPr lang="en-GB" sz="1800" dirty="0">
                <a:latin typeface="Abadi" panose="020B0604020104020204" pitchFamily="34" charset="0"/>
              </a:rPr>
              <a:t>, </a:t>
            </a:r>
            <a:r>
              <a:rPr lang="en-GB" sz="1800" i="1" dirty="0" err="1">
                <a:latin typeface="Abadi" panose="020B0604020104020204" pitchFamily="34" charset="0"/>
              </a:rPr>
              <a:t>formatR</a:t>
            </a:r>
            <a:r>
              <a:rPr lang="en-GB" sz="1800" dirty="0">
                <a:latin typeface="Abadi" panose="020B0604020104020204" pitchFamily="34" charset="0"/>
              </a:rPr>
              <a:t>, </a:t>
            </a:r>
            <a:r>
              <a:rPr lang="en-GB" sz="1800" i="1" dirty="0">
                <a:latin typeface="Abadi" panose="020B0604020104020204" pitchFamily="34" charset="0"/>
              </a:rPr>
              <a:t>styler</a:t>
            </a:r>
          </a:p>
          <a:p>
            <a:pPr lvl="1"/>
            <a:r>
              <a:rPr lang="en-GB" sz="1800" dirty="0">
                <a:latin typeface="Abadi" panose="020B0604020104020204" pitchFamily="34" charset="0"/>
              </a:rPr>
              <a:t>Python: </a:t>
            </a:r>
            <a:r>
              <a:rPr lang="en-GB" sz="1800" i="1" dirty="0">
                <a:latin typeface="Abadi" panose="020B0604020104020204" pitchFamily="34" charset="0"/>
              </a:rPr>
              <a:t>ruff</a:t>
            </a:r>
            <a:r>
              <a:rPr lang="en-GB" sz="1800" dirty="0">
                <a:latin typeface="Abadi" panose="020B0604020104020204" pitchFamily="34" charset="0"/>
              </a:rPr>
              <a:t>, </a:t>
            </a:r>
            <a:r>
              <a:rPr lang="en-GB" sz="1800" i="1" dirty="0" err="1">
                <a:latin typeface="Abadi" panose="020B0604020104020204" pitchFamily="34" charset="0"/>
              </a:rPr>
              <a:t>pylint</a:t>
            </a:r>
            <a:r>
              <a:rPr lang="en-GB" sz="1800" dirty="0">
                <a:latin typeface="Abadi" panose="020B0604020104020204" pitchFamily="34" charset="0"/>
              </a:rPr>
              <a:t>, </a:t>
            </a:r>
            <a:r>
              <a:rPr lang="en-GB" sz="1800" i="1" dirty="0">
                <a:latin typeface="Abadi" panose="020B0604020104020204" pitchFamily="34" charset="0"/>
              </a:rPr>
              <a:t>black</a:t>
            </a:r>
          </a:p>
        </p:txBody>
      </p:sp>
      <p:pic>
        <p:nvPicPr>
          <p:cNvPr id="7" name="Picture 6">
            <a:extLst>
              <a:ext uri="{FF2B5EF4-FFF2-40B4-BE49-F238E27FC236}">
                <a16:creationId xmlns:a16="http://schemas.microsoft.com/office/drawing/2014/main" id="{E02C2D96-FFF5-B545-985B-3FE07DFFDD6D}"/>
              </a:ext>
            </a:extLst>
          </p:cNvPr>
          <p:cNvPicPr>
            <a:picLocks noChangeAspect="1"/>
          </p:cNvPicPr>
          <p:nvPr/>
        </p:nvPicPr>
        <p:blipFill>
          <a:blip r:embed="rId2"/>
          <a:stretch>
            <a:fillRect/>
          </a:stretch>
        </p:blipFill>
        <p:spPr>
          <a:xfrm>
            <a:off x="4840194" y="1802266"/>
            <a:ext cx="6322078" cy="961561"/>
          </a:xfrm>
          <a:prstGeom prst="rect">
            <a:avLst/>
          </a:prstGeom>
        </p:spPr>
      </p:pic>
      <p:pic>
        <p:nvPicPr>
          <p:cNvPr id="9" name="Picture 8">
            <a:extLst>
              <a:ext uri="{FF2B5EF4-FFF2-40B4-BE49-F238E27FC236}">
                <a16:creationId xmlns:a16="http://schemas.microsoft.com/office/drawing/2014/main" id="{DDFC44FC-0B38-5B74-9192-6D2F876640F2}"/>
              </a:ext>
            </a:extLst>
          </p:cNvPr>
          <p:cNvPicPr>
            <a:picLocks noChangeAspect="1"/>
          </p:cNvPicPr>
          <p:nvPr/>
        </p:nvPicPr>
        <p:blipFill>
          <a:blip r:embed="rId3"/>
          <a:stretch>
            <a:fillRect/>
          </a:stretch>
        </p:blipFill>
        <p:spPr>
          <a:xfrm>
            <a:off x="1285440" y="3206381"/>
            <a:ext cx="9621120" cy="2917328"/>
          </a:xfrm>
          <a:prstGeom prst="rect">
            <a:avLst/>
          </a:prstGeom>
        </p:spPr>
      </p:pic>
    </p:spTree>
    <p:extLst>
      <p:ext uri="{BB962C8B-B14F-4D97-AF65-F5344CB8AC3E}">
        <p14:creationId xmlns:p14="http://schemas.microsoft.com/office/powerpoint/2010/main" val="4205239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95B8E-28DA-ACEF-8001-C4ED7EE18525}"/>
              </a:ext>
            </a:extLst>
          </p:cNvPr>
          <p:cNvSpPr>
            <a:spLocks noGrp="1"/>
          </p:cNvSpPr>
          <p:nvPr>
            <p:ph type="title"/>
          </p:nvPr>
        </p:nvSpPr>
        <p:spPr/>
        <p:txBody>
          <a:bodyPr/>
          <a:lstStyle/>
          <a:p>
            <a:r>
              <a:rPr lang="en-GB" dirty="0">
                <a:latin typeface="Abadi" panose="020B0604020104020204" pitchFamily="34" charset="0"/>
              </a:rPr>
              <a:t>Reusability</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1CFB2954-AB13-FB41-B811-B18C59D442AF}"/>
              </a:ext>
            </a:extLst>
          </p:cNvPr>
          <p:cNvSpPr>
            <a:spLocks noGrp="1"/>
          </p:cNvSpPr>
          <p:nvPr>
            <p:ph idx="1"/>
          </p:nvPr>
        </p:nvSpPr>
        <p:spPr/>
        <p:txBody>
          <a:bodyPr/>
          <a:lstStyle/>
          <a:p>
            <a:pPr>
              <a:spcAft>
                <a:spcPts val="1200"/>
              </a:spcAft>
            </a:pPr>
            <a:r>
              <a:rPr lang="en-GB" sz="2200" dirty="0">
                <a:latin typeface="Abadi" panose="020B0604020104020204" pitchFamily="34" charset="0"/>
              </a:rPr>
              <a:t>Keep data &amp; code </a:t>
            </a:r>
            <a:r>
              <a:rPr lang="en-GB" sz="2200" b="1" dirty="0">
                <a:latin typeface="Abadi" panose="020B0604020104020204" pitchFamily="34" charset="0"/>
              </a:rPr>
              <a:t>separate</a:t>
            </a:r>
          </a:p>
          <a:p>
            <a:pPr>
              <a:spcAft>
                <a:spcPts val="1200"/>
              </a:spcAft>
            </a:pPr>
            <a:r>
              <a:rPr lang="en-GB" sz="2200" b="1" dirty="0">
                <a:latin typeface="Abadi" panose="020B0604020104020204" pitchFamily="34" charset="0"/>
              </a:rPr>
              <a:t>Hardcode</a:t>
            </a:r>
            <a:r>
              <a:rPr lang="en-GB" sz="2200" dirty="0">
                <a:latin typeface="Abadi" panose="020B0604020104020204" pitchFamily="34" charset="0"/>
              </a:rPr>
              <a:t> only those variables that </a:t>
            </a:r>
            <a:r>
              <a:rPr lang="en-GB" sz="2200" b="1" dirty="0">
                <a:latin typeface="Abadi" panose="020B0604020104020204" pitchFamily="34" charset="0"/>
              </a:rPr>
              <a:t>won’t change</a:t>
            </a:r>
          </a:p>
          <a:p>
            <a:pPr>
              <a:spcAft>
                <a:spcPts val="1200"/>
              </a:spcAft>
            </a:pPr>
            <a:r>
              <a:rPr lang="en-GB" sz="2200" b="1" dirty="0">
                <a:latin typeface="Abadi" panose="020B0604020104020204" pitchFamily="34" charset="0"/>
              </a:rPr>
              <a:t>Automate</a:t>
            </a:r>
            <a:r>
              <a:rPr lang="en-GB" sz="2200" dirty="0">
                <a:latin typeface="Abadi" panose="020B0604020104020204" pitchFamily="34" charset="0"/>
              </a:rPr>
              <a:t> repetitive or manual tasks whenever possible &amp; </a:t>
            </a:r>
            <a:r>
              <a:rPr lang="en-GB" sz="2200" b="1" dirty="0">
                <a:latin typeface="Abadi" panose="020B0604020104020204" pitchFamily="34" charset="0"/>
              </a:rPr>
              <a:t>don’t invent the wheel</a:t>
            </a:r>
          </a:p>
          <a:p>
            <a:pPr>
              <a:spcAft>
                <a:spcPts val="1200"/>
              </a:spcAft>
            </a:pPr>
            <a:r>
              <a:rPr lang="en-GB" sz="2200" b="1" dirty="0">
                <a:latin typeface="Abadi" panose="020B0604020104020204" pitchFamily="34" charset="0"/>
              </a:rPr>
              <a:t>Avoid repetition</a:t>
            </a:r>
          </a:p>
          <a:p>
            <a:pPr>
              <a:spcAft>
                <a:spcPts val="1200"/>
              </a:spcAft>
            </a:pPr>
            <a:r>
              <a:rPr lang="en-GB" sz="2200" b="1" dirty="0">
                <a:latin typeface="Abadi" panose="020B0604020104020204" pitchFamily="34" charset="0"/>
              </a:rPr>
              <a:t>One thing at a time</a:t>
            </a:r>
          </a:p>
          <a:p>
            <a:pPr lvl="1"/>
            <a:r>
              <a:rPr lang="en-GB" sz="2000" dirty="0">
                <a:latin typeface="Abadi" panose="020B0604020104020204" pitchFamily="34" charset="0"/>
              </a:rPr>
              <a:t>One function for one process</a:t>
            </a:r>
          </a:p>
          <a:p>
            <a:pPr lvl="1">
              <a:spcAft>
                <a:spcPts val="600"/>
              </a:spcAft>
            </a:pPr>
            <a:r>
              <a:rPr lang="en-GB" sz="2000" dirty="0">
                <a:latin typeface="Abadi" panose="020B0604020104020204" pitchFamily="34" charset="0"/>
              </a:rPr>
              <a:t>One script for one purpose</a:t>
            </a:r>
          </a:p>
          <a:p>
            <a:pPr>
              <a:spcBef>
                <a:spcPts val="1200"/>
              </a:spcBef>
              <a:spcAft>
                <a:spcPts val="1200"/>
              </a:spcAft>
            </a:pPr>
            <a:r>
              <a:rPr lang="en-GB" sz="2200" dirty="0">
                <a:latin typeface="Abadi" panose="020B0604020104020204" pitchFamily="34" charset="0"/>
              </a:rPr>
              <a:t>Think in </a:t>
            </a:r>
            <a:r>
              <a:rPr lang="en-GB" sz="2200" b="1" dirty="0">
                <a:latin typeface="Abadi" panose="020B0604020104020204" pitchFamily="34" charset="0"/>
              </a:rPr>
              <a:t>units</a:t>
            </a:r>
            <a:r>
              <a:rPr lang="en-GB" sz="2200" dirty="0">
                <a:latin typeface="Abadi" panose="020B0604020104020204" pitchFamily="34" charset="0"/>
              </a:rPr>
              <a:t>!</a:t>
            </a:r>
          </a:p>
          <a:p>
            <a:endParaRPr lang="en-DE" dirty="0"/>
          </a:p>
        </p:txBody>
      </p:sp>
    </p:spTree>
    <p:extLst>
      <p:ext uri="{BB962C8B-B14F-4D97-AF65-F5344CB8AC3E}">
        <p14:creationId xmlns:p14="http://schemas.microsoft.com/office/powerpoint/2010/main" val="12719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42562-D978-BB57-E325-8A677BDDDAD5}"/>
              </a:ext>
            </a:extLst>
          </p:cNvPr>
          <p:cNvSpPr>
            <a:spLocks noGrp="1"/>
          </p:cNvSpPr>
          <p:nvPr>
            <p:ph type="title"/>
          </p:nvPr>
        </p:nvSpPr>
        <p:spPr/>
        <p:txBody>
          <a:bodyPr/>
          <a:lstStyle/>
          <a:p>
            <a:r>
              <a:rPr lang="en-GB" dirty="0">
                <a:latin typeface="Abadi" panose="020B0604020104020204" pitchFamily="34" charset="0"/>
              </a:rPr>
              <a:t>Robustness</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396ECB9E-4B67-5DF7-C8EC-B9D235B4A962}"/>
              </a:ext>
            </a:extLst>
          </p:cNvPr>
          <p:cNvSpPr>
            <a:spLocks noGrp="1"/>
          </p:cNvSpPr>
          <p:nvPr>
            <p:ph idx="1"/>
          </p:nvPr>
        </p:nvSpPr>
        <p:spPr/>
        <p:txBody>
          <a:bodyPr>
            <a:normAutofit lnSpcReduction="10000"/>
          </a:bodyPr>
          <a:lstStyle/>
          <a:p>
            <a:pPr fontAlgn="base">
              <a:spcAft>
                <a:spcPts val="1200"/>
              </a:spcAft>
            </a:pPr>
            <a:r>
              <a:rPr lang="en-GB" sz="2200" b="1" dirty="0">
                <a:latin typeface="Abadi" panose="020B0604020104020204" pitchFamily="34" charset="0"/>
              </a:rPr>
              <a:t>Make assumptions and expectations explicit</a:t>
            </a:r>
            <a:r>
              <a:rPr lang="en-GB" sz="2200" dirty="0">
                <a:latin typeface="Abadi" panose="020B0604020104020204" pitchFamily="34" charset="0"/>
              </a:rPr>
              <a:t> (e.g. in a README file)</a:t>
            </a:r>
          </a:p>
          <a:p>
            <a:pPr lvl="1" fontAlgn="base">
              <a:spcBef>
                <a:spcPts val="0"/>
              </a:spcBef>
              <a:spcAft>
                <a:spcPts val="600"/>
              </a:spcAft>
            </a:pPr>
            <a:r>
              <a:rPr lang="en-GB" sz="2000" dirty="0">
                <a:latin typeface="Abadi" panose="020B0604020104020204" pitchFamily="34" charset="0"/>
              </a:rPr>
              <a:t>Will the code work on a different computer?</a:t>
            </a:r>
          </a:p>
          <a:p>
            <a:pPr marL="914400" lvl="2" indent="0" fontAlgn="base">
              <a:spcBef>
                <a:spcPts val="0"/>
              </a:spcBef>
              <a:spcAft>
                <a:spcPts val="600"/>
              </a:spcAft>
              <a:buNone/>
            </a:pPr>
            <a:r>
              <a:rPr lang="en-GB" dirty="0">
                <a:latin typeface="Abadi" panose="020B0604020104020204" pitchFamily="34" charset="0"/>
              </a:rPr>
              <a:t>Relative, not absolute paths!</a:t>
            </a:r>
          </a:p>
          <a:p>
            <a:pPr lvl="1" fontAlgn="base">
              <a:spcBef>
                <a:spcPts val="0"/>
              </a:spcBef>
              <a:spcAft>
                <a:spcPts val="600"/>
              </a:spcAft>
            </a:pPr>
            <a:r>
              <a:rPr lang="en-GB" sz="2000" dirty="0">
                <a:latin typeface="Abadi" panose="020B0604020104020204" pitchFamily="34" charset="0"/>
              </a:rPr>
              <a:t>Will the code work if using a different version of a given package?</a:t>
            </a:r>
          </a:p>
          <a:p>
            <a:pPr lvl="1" fontAlgn="base">
              <a:spcAft>
                <a:spcPts val="1200"/>
              </a:spcAft>
            </a:pPr>
            <a:r>
              <a:rPr lang="en-GB" sz="2000" dirty="0">
                <a:latin typeface="Abadi" panose="020B0604020104020204" pitchFamily="34" charset="0"/>
              </a:rPr>
              <a:t>Will the function work if the input vector is a different length?</a:t>
            </a:r>
          </a:p>
          <a:p>
            <a:pPr fontAlgn="base">
              <a:spcBef>
                <a:spcPts val="1200"/>
              </a:spcBef>
              <a:spcAft>
                <a:spcPts val="1200"/>
              </a:spcAft>
            </a:pPr>
            <a:r>
              <a:rPr lang="en-GB" sz="2200" b="1" dirty="0">
                <a:latin typeface="Abadi" panose="020B0604020104020204" pitchFamily="34" charset="0"/>
              </a:rPr>
              <a:t>Produce errors </a:t>
            </a:r>
            <a:r>
              <a:rPr lang="en-GB" sz="2200" dirty="0">
                <a:latin typeface="Abadi" panose="020B0604020104020204" pitchFamily="34" charset="0"/>
              </a:rPr>
              <a:t>when expectations are not met</a:t>
            </a:r>
          </a:p>
          <a:p>
            <a:pPr fontAlgn="base">
              <a:spcBef>
                <a:spcPts val="1200"/>
              </a:spcBef>
              <a:spcAft>
                <a:spcPts val="1200"/>
              </a:spcAft>
            </a:pPr>
            <a:r>
              <a:rPr lang="en-GB" sz="2200" b="1" dirty="0">
                <a:latin typeface="Abadi" panose="020B0604020104020204" pitchFamily="34" charset="0"/>
              </a:rPr>
              <a:t>Error management</a:t>
            </a:r>
          </a:p>
          <a:p>
            <a:pPr lvl="1" fontAlgn="base">
              <a:spcBef>
                <a:spcPts val="0"/>
              </a:spcBef>
              <a:spcAft>
                <a:spcPts val="600"/>
              </a:spcAft>
            </a:pPr>
            <a:r>
              <a:rPr lang="en-GB" sz="2000" dirty="0">
                <a:latin typeface="Abadi" panose="020B0604020104020204" pitchFamily="34" charset="0"/>
              </a:rPr>
              <a:t>What should happen if assumptions aren’t met?</a:t>
            </a:r>
          </a:p>
          <a:p>
            <a:pPr lvl="1" fontAlgn="base">
              <a:spcBef>
                <a:spcPts val="0"/>
              </a:spcBef>
              <a:spcAft>
                <a:spcPts val="600"/>
              </a:spcAft>
            </a:pPr>
            <a:r>
              <a:rPr lang="en-GB" sz="2000" dirty="0">
                <a:latin typeface="Abadi" panose="020B0604020104020204" pitchFamily="34" charset="0"/>
              </a:rPr>
              <a:t>Log the error to allow the user to troubleshoot</a:t>
            </a:r>
          </a:p>
          <a:p>
            <a:pPr lvl="1" fontAlgn="base">
              <a:spcBef>
                <a:spcPts val="0"/>
              </a:spcBef>
              <a:spcAft>
                <a:spcPts val="600"/>
              </a:spcAft>
            </a:pPr>
            <a:r>
              <a:rPr lang="en-GB" sz="2000" dirty="0">
                <a:latin typeface="Abadi" panose="020B0604020104020204" pitchFamily="34" charset="0"/>
              </a:rPr>
              <a:t>Abort the run</a:t>
            </a:r>
          </a:p>
          <a:p>
            <a:pPr marL="0" indent="0">
              <a:buNone/>
            </a:pPr>
            <a:endParaRPr lang="en-DE" dirty="0"/>
          </a:p>
        </p:txBody>
      </p:sp>
    </p:spTree>
    <p:extLst>
      <p:ext uri="{BB962C8B-B14F-4D97-AF65-F5344CB8AC3E}">
        <p14:creationId xmlns:p14="http://schemas.microsoft.com/office/powerpoint/2010/main" val="245697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92ED-3F55-8AE6-BA56-5E0497A68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6A1F9-29FD-AB0C-1577-3CF44B54AD92}"/>
              </a:ext>
            </a:extLst>
          </p:cNvPr>
          <p:cNvSpPr>
            <a:spLocks noGrp="1"/>
          </p:cNvSpPr>
          <p:nvPr>
            <p:ph type="title"/>
          </p:nvPr>
        </p:nvSpPr>
        <p:spPr/>
        <p:txBody>
          <a:bodyPr/>
          <a:lstStyle/>
          <a:p>
            <a:r>
              <a:rPr lang="en-GB" dirty="0">
                <a:latin typeface="Abadi" panose="020B0604020104020204" pitchFamily="34" charset="0"/>
              </a:rPr>
              <a:t>Robustness: Produce errors</a:t>
            </a:r>
            <a:endParaRPr lang="en-DE" dirty="0">
              <a:latin typeface="Abadi" panose="020B0604020104020204" pitchFamily="34" charset="0"/>
            </a:endParaRPr>
          </a:p>
        </p:txBody>
      </p:sp>
      <p:pic>
        <p:nvPicPr>
          <p:cNvPr id="5" name="Picture 4">
            <a:extLst>
              <a:ext uri="{FF2B5EF4-FFF2-40B4-BE49-F238E27FC236}">
                <a16:creationId xmlns:a16="http://schemas.microsoft.com/office/drawing/2014/main" id="{2F93E265-2A95-0822-5AF6-46926A10700B}"/>
              </a:ext>
            </a:extLst>
          </p:cNvPr>
          <p:cNvPicPr>
            <a:picLocks noChangeAspect="1"/>
          </p:cNvPicPr>
          <p:nvPr/>
        </p:nvPicPr>
        <p:blipFill>
          <a:blip r:embed="rId3"/>
          <a:stretch>
            <a:fillRect/>
          </a:stretch>
        </p:blipFill>
        <p:spPr>
          <a:xfrm>
            <a:off x="828087" y="1766869"/>
            <a:ext cx="5267913" cy="1160913"/>
          </a:xfrm>
          <a:prstGeom prst="rect">
            <a:avLst/>
          </a:prstGeom>
        </p:spPr>
      </p:pic>
      <p:pic>
        <p:nvPicPr>
          <p:cNvPr id="9" name="Picture 8">
            <a:extLst>
              <a:ext uri="{FF2B5EF4-FFF2-40B4-BE49-F238E27FC236}">
                <a16:creationId xmlns:a16="http://schemas.microsoft.com/office/drawing/2014/main" id="{DEBE291A-0C1D-6502-3B18-C2FA231951B8}"/>
              </a:ext>
            </a:extLst>
          </p:cNvPr>
          <p:cNvPicPr>
            <a:picLocks noChangeAspect="1"/>
          </p:cNvPicPr>
          <p:nvPr/>
        </p:nvPicPr>
        <p:blipFill>
          <a:blip r:embed="rId4"/>
          <a:stretch>
            <a:fillRect/>
          </a:stretch>
        </p:blipFill>
        <p:spPr>
          <a:xfrm>
            <a:off x="3916990" y="3226072"/>
            <a:ext cx="7436810" cy="1938417"/>
          </a:xfrm>
          <a:prstGeom prst="rect">
            <a:avLst/>
          </a:prstGeom>
        </p:spPr>
      </p:pic>
      <p:pic>
        <p:nvPicPr>
          <p:cNvPr id="11" name="Picture 10">
            <a:extLst>
              <a:ext uri="{FF2B5EF4-FFF2-40B4-BE49-F238E27FC236}">
                <a16:creationId xmlns:a16="http://schemas.microsoft.com/office/drawing/2014/main" id="{C92850AB-61D1-3095-AD6F-A08FED29C0FF}"/>
              </a:ext>
            </a:extLst>
          </p:cNvPr>
          <p:cNvPicPr>
            <a:picLocks noChangeAspect="1"/>
          </p:cNvPicPr>
          <p:nvPr/>
        </p:nvPicPr>
        <p:blipFill>
          <a:blip r:embed="rId5"/>
          <a:stretch>
            <a:fillRect/>
          </a:stretch>
        </p:blipFill>
        <p:spPr>
          <a:xfrm>
            <a:off x="838200" y="5462779"/>
            <a:ext cx="9213256" cy="742532"/>
          </a:xfrm>
          <a:prstGeom prst="rect">
            <a:avLst/>
          </a:prstGeom>
        </p:spPr>
      </p:pic>
    </p:spTree>
    <p:extLst>
      <p:ext uri="{BB962C8B-B14F-4D97-AF65-F5344CB8AC3E}">
        <p14:creationId xmlns:p14="http://schemas.microsoft.com/office/powerpoint/2010/main" val="2472650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9B44-5D85-8E88-5105-CFE1BA6AC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29AC5-128E-DB61-6AE2-139A662F2B0E}"/>
              </a:ext>
            </a:extLst>
          </p:cNvPr>
          <p:cNvSpPr>
            <a:spLocks noGrp="1"/>
          </p:cNvSpPr>
          <p:nvPr>
            <p:ph type="title"/>
          </p:nvPr>
        </p:nvSpPr>
        <p:spPr/>
        <p:txBody>
          <a:bodyPr/>
          <a:lstStyle/>
          <a:p>
            <a:r>
              <a:rPr lang="en-GB" dirty="0">
                <a:latin typeface="Abadi" panose="020B0604020104020204" pitchFamily="34" charset="0"/>
              </a:rPr>
              <a:t>Robustness: error management</a:t>
            </a:r>
            <a:endParaRPr lang="en-DE" dirty="0">
              <a:latin typeface="Abadi" panose="020B0604020104020204" pitchFamily="34" charset="0"/>
            </a:endParaRPr>
          </a:p>
        </p:txBody>
      </p:sp>
      <p:pic>
        <p:nvPicPr>
          <p:cNvPr id="5" name="Picture 4">
            <a:extLst>
              <a:ext uri="{FF2B5EF4-FFF2-40B4-BE49-F238E27FC236}">
                <a16:creationId xmlns:a16="http://schemas.microsoft.com/office/drawing/2014/main" id="{C970E14B-58D3-5620-ADC1-E201A2392913}"/>
              </a:ext>
            </a:extLst>
          </p:cNvPr>
          <p:cNvPicPr>
            <a:picLocks noChangeAspect="1"/>
          </p:cNvPicPr>
          <p:nvPr/>
        </p:nvPicPr>
        <p:blipFill>
          <a:blip r:embed="rId2"/>
          <a:stretch>
            <a:fillRect/>
          </a:stretch>
        </p:blipFill>
        <p:spPr>
          <a:xfrm>
            <a:off x="3637185" y="1977950"/>
            <a:ext cx="4917629" cy="3854814"/>
          </a:xfrm>
          <a:prstGeom prst="rect">
            <a:avLst/>
          </a:prstGeom>
        </p:spPr>
      </p:pic>
    </p:spTree>
    <p:extLst>
      <p:ext uri="{BB962C8B-B14F-4D97-AF65-F5344CB8AC3E}">
        <p14:creationId xmlns:p14="http://schemas.microsoft.com/office/powerpoint/2010/main" val="5457141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DE195-5EA1-1F83-A053-AF7DE3F3FF8B}"/>
              </a:ext>
            </a:extLst>
          </p:cNvPr>
          <p:cNvSpPr>
            <a:spLocks noGrp="1"/>
          </p:cNvSpPr>
          <p:nvPr>
            <p:ph type="title"/>
          </p:nvPr>
        </p:nvSpPr>
        <p:spPr/>
        <p:txBody>
          <a:bodyPr/>
          <a:lstStyle/>
          <a:p>
            <a:r>
              <a:rPr lang="en-GB" dirty="0">
                <a:latin typeface="Abadi" panose="020B0604020104020204" pitchFamily="34" charset="0"/>
              </a:rPr>
              <a:t>Robustness: error management</a:t>
            </a:r>
            <a:endParaRPr lang="en-DE" dirty="0">
              <a:latin typeface="Abadi" panose="020B0604020104020204" pitchFamily="34" charset="0"/>
            </a:endParaRPr>
          </a:p>
        </p:txBody>
      </p:sp>
      <p:pic>
        <p:nvPicPr>
          <p:cNvPr id="7" name="Picture 6">
            <a:extLst>
              <a:ext uri="{FF2B5EF4-FFF2-40B4-BE49-F238E27FC236}">
                <a16:creationId xmlns:a16="http://schemas.microsoft.com/office/drawing/2014/main" id="{26C199FF-4175-AB3F-6148-8473E43F0791}"/>
              </a:ext>
            </a:extLst>
          </p:cNvPr>
          <p:cNvPicPr>
            <a:picLocks noChangeAspect="1"/>
          </p:cNvPicPr>
          <p:nvPr/>
        </p:nvPicPr>
        <p:blipFill>
          <a:blip r:embed="rId2"/>
          <a:stretch>
            <a:fillRect/>
          </a:stretch>
        </p:blipFill>
        <p:spPr>
          <a:xfrm>
            <a:off x="2377884" y="1847768"/>
            <a:ext cx="7639274" cy="3369030"/>
          </a:xfrm>
          <a:prstGeom prst="rect">
            <a:avLst/>
          </a:prstGeom>
        </p:spPr>
      </p:pic>
      <p:pic>
        <p:nvPicPr>
          <p:cNvPr id="9" name="Picture 8">
            <a:extLst>
              <a:ext uri="{FF2B5EF4-FFF2-40B4-BE49-F238E27FC236}">
                <a16:creationId xmlns:a16="http://schemas.microsoft.com/office/drawing/2014/main" id="{2455BAA3-F315-25FA-A73E-5DCD761FC8E9}"/>
              </a:ext>
            </a:extLst>
          </p:cNvPr>
          <p:cNvPicPr>
            <a:picLocks noChangeAspect="1"/>
          </p:cNvPicPr>
          <p:nvPr/>
        </p:nvPicPr>
        <p:blipFill>
          <a:blip r:embed="rId3"/>
          <a:stretch>
            <a:fillRect/>
          </a:stretch>
        </p:blipFill>
        <p:spPr>
          <a:xfrm>
            <a:off x="769036" y="5648971"/>
            <a:ext cx="10653927" cy="502447"/>
          </a:xfrm>
          <a:prstGeom prst="rect">
            <a:avLst/>
          </a:prstGeom>
        </p:spPr>
      </p:pic>
    </p:spTree>
    <p:extLst>
      <p:ext uri="{BB962C8B-B14F-4D97-AF65-F5344CB8AC3E}">
        <p14:creationId xmlns:p14="http://schemas.microsoft.com/office/powerpoint/2010/main" val="183407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8E8C-B63E-BD33-6AF7-FE6F9B156E34}"/>
              </a:ext>
            </a:extLst>
          </p:cNvPr>
          <p:cNvSpPr>
            <a:spLocks noGrp="1"/>
          </p:cNvSpPr>
          <p:nvPr>
            <p:ph type="title"/>
          </p:nvPr>
        </p:nvSpPr>
        <p:spPr/>
        <p:txBody>
          <a:bodyPr/>
          <a:lstStyle/>
          <a:p>
            <a:r>
              <a:rPr lang="en-GB" dirty="0">
                <a:latin typeface="Abadi" panose="020B0604020104020204" pitchFamily="34" charset="0"/>
              </a:rPr>
              <a:t>Expect the worst &amp; test your code</a:t>
            </a:r>
            <a:endParaRPr lang="en-DE" dirty="0">
              <a:latin typeface="Abadi" panose="020B0604020104020204" pitchFamily="34" charset="0"/>
            </a:endParaRPr>
          </a:p>
        </p:txBody>
      </p:sp>
      <p:pic>
        <p:nvPicPr>
          <p:cNvPr id="1026" name="Picture 2">
            <a:extLst>
              <a:ext uri="{FF2B5EF4-FFF2-40B4-BE49-F238E27FC236}">
                <a16:creationId xmlns:a16="http://schemas.microsoft.com/office/drawing/2014/main" id="{F1813BFF-E7F6-01D4-9D2B-E9FE469E2F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9949" y="1850881"/>
            <a:ext cx="6772101" cy="39680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B08CC0A-331E-505B-E8B4-9EF60F710711}"/>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Image: </a:t>
            </a:r>
            <a:r>
              <a:rPr lang="en-GB" sz="1200" dirty="0">
                <a:latin typeface="Abadi" panose="020B0604020104020204" pitchFamily="34" charset="0"/>
                <a:ea typeface="Calibri" panose="020F0502020204030204" pitchFamily="34" charset="0"/>
                <a:cs typeface="Calibri" panose="020F0502020204030204" pitchFamily="34" charset="0"/>
                <a:hlinkClick r:id="rId3"/>
              </a:rPr>
              <a:t>https://cartoontester.blogspot.com/2011/01/no-user-would-ever-do-that.html</a:t>
            </a:r>
            <a:r>
              <a:rPr lang="en-GB" sz="1200" dirty="0">
                <a:latin typeface="Abadi" panose="020B0604020104020204" pitchFamily="34" charset="0"/>
                <a:ea typeface="Calibri" panose="020F0502020204030204" pitchFamily="34" charset="0"/>
                <a:cs typeface="Calibri" panose="020F0502020204030204" pitchFamily="34" charset="0"/>
              </a:rPr>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32052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DDEF5-4F0E-1C3C-805F-4622BBFCB082}"/>
              </a:ext>
            </a:extLst>
          </p:cNvPr>
          <p:cNvSpPr>
            <a:spLocks noGrp="1"/>
          </p:cNvSpPr>
          <p:nvPr>
            <p:ph type="title"/>
          </p:nvPr>
        </p:nvSpPr>
        <p:spPr/>
        <p:txBody>
          <a:bodyPr/>
          <a:lstStyle/>
          <a:p>
            <a:r>
              <a:rPr lang="en-GB" dirty="0">
                <a:latin typeface="Abadi" panose="020B0604020104020204" pitchFamily="34" charset="0"/>
              </a:rPr>
              <a:t>Code documentation</a:t>
            </a:r>
            <a:endParaRPr lang="en-DE" dirty="0">
              <a:latin typeface="Abadi" panose="020B0604020104020204" pitchFamily="34" charset="0"/>
            </a:endParaRPr>
          </a:p>
        </p:txBody>
      </p:sp>
      <p:sp>
        <p:nvSpPr>
          <p:cNvPr id="5" name="Content Placeholder 4">
            <a:extLst>
              <a:ext uri="{FF2B5EF4-FFF2-40B4-BE49-F238E27FC236}">
                <a16:creationId xmlns:a16="http://schemas.microsoft.com/office/drawing/2014/main" id="{91FBAD75-B8B6-2B8E-CC76-2003282932EC}"/>
              </a:ext>
            </a:extLst>
          </p:cNvPr>
          <p:cNvSpPr>
            <a:spLocks noGrp="1"/>
          </p:cNvSpPr>
          <p:nvPr>
            <p:ph idx="1"/>
          </p:nvPr>
        </p:nvSpPr>
        <p:spPr/>
        <p:txBody>
          <a:bodyPr>
            <a:normAutofit/>
          </a:bodyPr>
          <a:lstStyle/>
          <a:p>
            <a:pPr>
              <a:spcAft>
                <a:spcPts val="1200"/>
              </a:spcAft>
            </a:pPr>
            <a:r>
              <a:rPr lang="en-GB" sz="2200" dirty="0">
                <a:latin typeface="Abadi" panose="020B0604020104020204" pitchFamily="34" charset="0"/>
              </a:rPr>
              <a:t>You want your code to be…</a:t>
            </a:r>
          </a:p>
          <a:p>
            <a:pPr lvl="1"/>
            <a:r>
              <a:rPr lang="en-GB" sz="2000" dirty="0">
                <a:latin typeface="Abadi" panose="020B0604020104020204" pitchFamily="34" charset="0"/>
              </a:rPr>
              <a:t>easy for </a:t>
            </a:r>
            <a:r>
              <a:rPr lang="en-GB" sz="2000" b="1" dirty="0">
                <a:latin typeface="Abadi" panose="020B0604020104020204" pitchFamily="34" charset="0"/>
              </a:rPr>
              <a:t>your future self </a:t>
            </a:r>
            <a:r>
              <a:rPr lang="en-GB" sz="2000" dirty="0">
                <a:latin typeface="Abadi" panose="020B0604020104020204" pitchFamily="34" charset="0"/>
              </a:rPr>
              <a:t>to understand </a:t>
            </a:r>
          </a:p>
          <a:p>
            <a:pPr lvl="1">
              <a:spcAft>
                <a:spcPts val="1200"/>
              </a:spcAft>
            </a:pPr>
            <a:r>
              <a:rPr lang="en-GB" sz="2000" dirty="0">
                <a:latin typeface="Abadi" panose="020B0604020104020204" pitchFamily="34" charset="0"/>
              </a:rPr>
              <a:t>easy for </a:t>
            </a:r>
            <a:r>
              <a:rPr lang="en-GB" sz="2000" b="1" dirty="0">
                <a:latin typeface="Abadi" panose="020B0604020104020204" pitchFamily="34" charset="0"/>
              </a:rPr>
              <a:t>others</a:t>
            </a:r>
            <a:r>
              <a:rPr lang="en-GB" sz="2000" dirty="0">
                <a:latin typeface="Abadi" panose="020B0604020104020204" pitchFamily="34" charset="0"/>
              </a:rPr>
              <a:t> to follow </a:t>
            </a:r>
          </a:p>
          <a:p>
            <a:pPr>
              <a:spcAft>
                <a:spcPts val="600"/>
              </a:spcAft>
            </a:pPr>
            <a:r>
              <a:rPr lang="en-GB" sz="2400" b="1" dirty="0">
                <a:latin typeface="Abadi" panose="020B0604020104020204" pitchFamily="34" charset="0"/>
              </a:rPr>
              <a:t>README</a:t>
            </a:r>
          </a:p>
          <a:p>
            <a:pPr lvl="1"/>
            <a:r>
              <a:rPr lang="en-GB" sz="2000" dirty="0">
                <a:latin typeface="Abadi" panose="020B0604020104020204" pitchFamily="34" charset="0"/>
              </a:rPr>
              <a:t>General info: what the code does, what is needed for it to run (e.g., installation instructions), what does the user need to keep in mind when using the code (e.g., that certain parts may take a long time to run)</a:t>
            </a:r>
          </a:p>
          <a:p>
            <a:pPr>
              <a:spcAft>
                <a:spcPts val="600"/>
              </a:spcAft>
            </a:pPr>
            <a:r>
              <a:rPr lang="en-GB" sz="2400" b="1" dirty="0">
                <a:latin typeface="Abadi" panose="020B0604020104020204" pitchFamily="34" charset="0"/>
              </a:rPr>
              <a:t>Comments</a:t>
            </a:r>
          </a:p>
          <a:p>
            <a:pPr lvl="1"/>
            <a:r>
              <a:rPr lang="en-GB" sz="2000" dirty="0">
                <a:latin typeface="Abadi" panose="020B0604020104020204" pitchFamily="34" charset="0"/>
              </a:rPr>
              <a:t>Repeat in natural language what your code does if it’s not intuitive</a:t>
            </a:r>
          </a:p>
          <a:p>
            <a:pPr lvl="1"/>
            <a:r>
              <a:rPr lang="en-GB" sz="2000" dirty="0">
                <a:latin typeface="Abadi" panose="020B0604020104020204" pitchFamily="34" charset="0"/>
              </a:rPr>
              <a:t>If it’s a function, consider adding a </a:t>
            </a:r>
            <a:r>
              <a:rPr lang="en-GB" sz="2000" i="1" dirty="0">
                <a:latin typeface="Abadi" panose="020B0604020104020204" pitchFamily="34" charset="0"/>
              </a:rPr>
              <a:t>docstring</a:t>
            </a:r>
            <a:r>
              <a:rPr lang="en-GB" sz="2000" dirty="0">
                <a:latin typeface="Abadi" panose="020B0604020104020204" pitchFamily="34" charset="0"/>
              </a:rPr>
              <a:t> (</a:t>
            </a:r>
            <a:r>
              <a:rPr lang="en-GB" sz="2000" dirty="0">
                <a:latin typeface="Abadi" panose="020B0604020104020204" pitchFamily="34" charset="0"/>
                <a:hlinkClick r:id="rId3"/>
              </a:rPr>
              <a:t>https://cran.r-project.org/web/packages/docstring/vignettes/docstring_intro.html</a:t>
            </a:r>
            <a:r>
              <a:rPr lang="en-GB" sz="2000" dirty="0">
                <a:latin typeface="Abadi" panose="020B0604020104020204" pitchFamily="34" charset="0"/>
              </a:rPr>
              <a:t>) </a:t>
            </a:r>
            <a:endParaRPr lang="en-DE" sz="2000" dirty="0">
              <a:latin typeface="Abadi" panose="020B0604020104020204" pitchFamily="34" charset="0"/>
            </a:endParaRPr>
          </a:p>
        </p:txBody>
      </p:sp>
    </p:spTree>
    <p:extLst>
      <p:ext uri="{BB962C8B-B14F-4D97-AF65-F5344CB8AC3E}">
        <p14:creationId xmlns:p14="http://schemas.microsoft.com/office/powerpoint/2010/main" val="257784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95B14-0110-9561-27FC-EB3C77A84F62}"/>
              </a:ext>
            </a:extLst>
          </p:cNvPr>
          <p:cNvSpPr>
            <a:spLocks noGrp="1"/>
          </p:cNvSpPr>
          <p:nvPr>
            <p:ph type="title"/>
          </p:nvPr>
        </p:nvSpPr>
        <p:spPr/>
        <p:txBody>
          <a:bodyPr/>
          <a:lstStyle/>
          <a:p>
            <a:r>
              <a:rPr lang="en-GB" dirty="0">
                <a:latin typeface="Abadi" panose="020B0604020104020204" pitchFamily="34" charset="0"/>
              </a:rPr>
              <a:t>Code documentation: Comments</a:t>
            </a:r>
            <a:endParaRPr lang="en-DE" dirty="0">
              <a:latin typeface="Abadi" panose="020B0604020104020204" pitchFamily="34" charset="0"/>
            </a:endParaRPr>
          </a:p>
        </p:txBody>
      </p:sp>
      <p:sp>
        <p:nvSpPr>
          <p:cNvPr id="6" name="TextBox 5">
            <a:extLst>
              <a:ext uri="{FF2B5EF4-FFF2-40B4-BE49-F238E27FC236}">
                <a16:creationId xmlns:a16="http://schemas.microsoft.com/office/drawing/2014/main" id="{551EB423-55FD-3498-004B-38D1D0EC4021}"/>
              </a:ext>
            </a:extLst>
          </p:cNvPr>
          <p:cNvSpPr txBox="1"/>
          <p:nvPr/>
        </p:nvSpPr>
        <p:spPr>
          <a:xfrm>
            <a:off x="6088920" y="6567675"/>
            <a:ext cx="6096000" cy="276999"/>
          </a:xfrm>
          <a:prstGeom prst="rect">
            <a:avLst/>
          </a:prstGeom>
          <a:noFill/>
        </p:spPr>
        <p:txBody>
          <a:bodyPr wrap="square">
            <a:spAutoFit/>
          </a:bodyPr>
          <a:lstStyle/>
          <a:p>
            <a:pPr algn="r"/>
            <a:r>
              <a:rPr lang="en-GB" sz="1200" dirty="0">
                <a:latin typeface="Abadi" panose="020B0604020104020204" pitchFamily="34" charset="0"/>
                <a:ea typeface="Calibri" panose="020F0502020204030204" pitchFamily="34" charset="0"/>
                <a:cs typeface="Calibri" panose="020F0502020204030204" pitchFamily="34" charset="0"/>
              </a:rPr>
              <a:t>Source: </a:t>
            </a:r>
            <a:r>
              <a:rPr lang="en-GB" sz="1200" dirty="0">
                <a:latin typeface="Abadi" panose="020B0604020104020204" pitchFamily="34" charset="0"/>
                <a:ea typeface="Calibri" panose="020F0502020204030204" pitchFamily="34" charset="0"/>
                <a:cs typeface="Calibri" panose="020F0502020204030204" pitchFamily="34" charset="0"/>
                <a:hlinkClick r:id="rId2"/>
              </a:rPr>
              <a:t>https://github.com/tidyverse/dplyr</a:t>
            </a:r>
            <a:r>
              <a:rPr lang="en-GB" sz="1200" dirty="0">
                <a:latin typeface="Abadi" panose="020B0604020104020204" pitchFamily="34" charset="0"/>
                <a:ea typeface="Calibri" panose="020F0502020204030204" pitchFamily="34" charset="0"/>
                <a:cs typeface="Calibri" panose="020F0502020204030204" pitchFamily="34" charset="0"/>
              </a:rPr>
              <a:t>  </a:t>
            </a:r>
            <a:r>
              <a:rPr lang="en-GB" sz="1200" dirty="0"/>
              <a:t>  </a:t>
            </a:r>
            <a:r>
              <a:rPr lang="en-GB" sz="1200" dirty="0">
                <a:latin typeface="Abadi" panose="020B0604020104020204" pitchFamily="34" charset="0"/>
                <a:ea typeface="Calibri" panose="020F0502020204030204" pitchFamily="34" charset="0"/>
                <a:cs typeface="Calibri" panose="020F0502020204030204" pitchFamily="34" charset="0"/>
              </a:rPr>
              <a:t> </a:t>
            </a:r>
          </a:p>
        </p:txBody>
      </p:sp>
      <p:pic>
        <p:nvPicPr>
          <p:cNvPr id="8" name="Picture 7">
            <a:extLst>
              <a:ext uri="{FF2B5EF4-FFF2-40B4-BE49-F238E27FC236}">
                <a16:creationId xmlns:a16="http://schemas.microsoft.com/office/drawing/2014/main" id="{D26208AE-F1DF-3B0D-3B99-62DA40307965}"/>
              </a:ext>
            </a:extLst>
          </p:cNvPr>
          <p:cNvPicPr>
            <a:picLocks noChangeAspect="1"/>
          </p:cNvPicPr>
          <p:nvPr/>
        </p:nvPicPr>
        <p:blipFill>
          <a:blip r:embed="rId3"/>
          <a:stretch>
            <a:fillRect/>
          </a:stretch>
        </p:blipFill>
        <p:spPr>
          <a:xfrm>
            <a:off x="1618315" y="2965272"/>
            <a:ext cx="8955369" cy="1648291"/>
          </a:xfrm>
          <a:prstGeom prst="rect">
            <a:avLst/>
          </a:prstGeom>
        </p:spPr>
      </p:pic>
    </p:spTree>
    <p:extLst>
      <p:ext uri="{BB962C8B-B14F-4D97-AF65-F5344CB8AC3E}">
        <p14:creationId xmlns:p14="http://schemas.microsoft.com/office/powerpoint/2010/main" val="2709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E2F96-95B4-5FB1-58C5-792FB96FD93B}"/>
              </a:ext>
            </a:extLst>
          </p:cNvPr>
          <p:cNvSpPr>
            <a:spLocks noGrp="1"/>
          </p:cNvSpPr>
          <p:nvPr>
            <p:ph type="title"/>
          </p:nvPr>
        </p:nvSpPr>
        <p:spPr/>
        <p:txBody>
          <a:bodyPr/>
          <a:lstStyle/>
          <a:p>
            <a:r>
              <a:rPr lang="de-DE" dirty="0">
                <a:latin typeface="Abadi" panose="020B0604020104020204" pitchFamily="34" charset="0"/>
              </a:rPr>
              <a:t>Code documentation: Docstrings</a:t>
            </a:r>
            <a:endParaRPr lang="en-DE" dirty="0">
              <a:latin typeface="Abadi" panose="020B0604020104020204" pitchFamily="34" charset="0"/>
            </a:endParaRPr>
          </a:p>
        </p:txBody>
      </p:sp>
      <p:pic>
        <p:nvPicPr>
          <p:cNvPr id="5" name="Picture 4">
            <a:extLst>
              <a:ext uri="{FF2B5EF4-FFF2-40B4-BE49-F238E27FC236}">
                <a16:creationId xmlns:a16="http://schemas.microsoft.com/office/drawing/2014/main" id="{208380A4-F87C-E10D-F582-2936A20649BB}"/>
              </a:ext>
            </a:extLst>
          </p:cNvPr>
          <p:cNvPicPr>
            <a:picLocks noChangeAspect="1"/>
          </p:cNvPicPr>
          <p:nvPr/>
        </p:nvPicPr>
        <p:blipFill>
          <a:blip r:embed="rId2"/>
          <a:stretch>
            <a:fillRect/>
          </a:stretch>
        </p:blipFill>
        <p:spPr>
          <a:xfrm>
            <a:off x="1345170" y="1813415"/>
            <a:ext cx="9501660" cy="3922368"/>
          </a:xfrm>
          <a:prstGeom prst="rect">
            <a:avLst/>
          </a:prstGeom>
        </p:spPr>
      </p:pic>
    </p:spTree>
    <p:extLst>
      <p:ext uri="{BB962C8B-B14F-4D97-AF65-F5344CB8AC3E}">
        <p14:creationId xmlns:p14="http://schemas.microsoft.com/office/powerpoint/2010/main" val="254246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0B979-4B53-0DCF-080C-DDC81A137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27297-3877-149B-CAA3-FAF2A184634E}"/>
              </a:ext>
            </a:extLst>
          </p:cNvPr>
          <p:cNvSpPr>
            <a:spLocks noGrp="1"/>
          </p:cNvSpPr>
          <p:nvPr>
            <p:ph type="title"/>
          </p:nvPr>
        </p:nvSpPr>
        <p:spPr/>
        <p:txBody>
          <a:bodyPr/>
          <a:lstStyle/>
          <a:p>
            <a:r>
              <a:rPr lang="de-DE" dirty="0">
                <a:latin typeface="Abadi" panose="020B0604020104020204" pitchFamily="34" charset="0"/>
              </a:rPr>
              <a:t>Code documentation: Docstrings</a:t>
            </a:r>
            <a:endParaRPr lang="en-DE" dirty="0">
              <a:latin typeface="Abadi" panose="020B0604020104020204" pitchFamily="34" charset="0"/>
            </a:endParaRPr>
          </a:p>
        </p:txBody>
      </p:sp>
      <p:pic>
        <p:nvPicPr>
          <p:cNvPr id="4" name="Picture 3">
            <a:extLst>
              <a:ext uri="{FF2B5EF4-FFF2-40B4-BE49-F238E27FC236}">
                <a16:creationId xmlns:a16="http://schemas.microsoft.com/office/drawing/2014/main" id="{CD6654BB-643A-5DCB-651F-63E7748D2536}"/>
              </a:ext>
            </a:extLst>
          </p:cNvPr>
          <p:cNvPicPr>
            <a:picLocks noChangeAspect="1"/>
          </p:cNvPicPr>
          <p:nvPr/>
        </p:nvPicPr>
        <p:blipFill>
          <a:blip r:embed="rId2"/>
          <a:stretch>
            <a:fillRect/>
          </a:stretch>
        </p:blipFill>
        <p:spPr>
          <a:xfrm>
            <a:off x="3334467" y="1491259"/>
            <a:ext cx="5772447" cy="4845299"/>
          </a:xfrm>
          <a:prstGeom prst="rect">
            <a:avLst/>
          </a:prstGeom>
        </p:spPr>
      </p:pic>
    </p:spTree>
    <p:extLst>
      <p:ext uri="{BB962C8B-B14F-4D97-AF65-F5344CB8AC3E}">
        <p14:creationId xmlns:p14="http://schemas.microsoft.com/office/powerpoint/2010/main" val="7249714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6C62A-9A3C-AA44-5C16-FAA62F15C51A}"/>
              </a:ext>
            </a:extLst>
          </p:cNvPr>
          <p:cNvSpPr>
            <a:spLocks noGrp="1"/>
          </p:cNvSpPr>
          <p:nvPr>
            <p:ph type="title"/>
          </p:nvPr>
        </p:nvSpPr>
        <p:spPr/>
        <p:txBody>
          <a:bodyPr/>
          <a:lstStyle/>
          <a:p>
            <a:r>
              <a:rPr lang="de-DE" dirty="0">
                <a:latin typeface="Abadi" panose="020B0604020104020204" pitchFamily="34" charset="0"/>
              </a:rPr>
              <a:t>Last but not least... </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B73FB78C-1F96-D1D1-095A-A88FCBEB63F2}"/>
              </a:ext>
            </a:extLst>
          </p:cNvPr>
          <p:cNvSpPr>
            <a:spLocks noGrp="1"/>
          </p:cNvSpPr>
          <p:nvPr>
            <p:ph idx="1"/>
          </p:nvPr>
        </p:nvSpPr>
        <p:spPr/>
        <p:txBody>
          <a:bodyPr/>
          <a:lstStyle/>
          <a:p>
            <a:r>
              <a:rPr lang="de-DE" sz="2200" dirty="0">
                <a:latin typeface="Abadi" panose="020B0604020104020204" pitchFamily="34" charset="0"/>
              </a:rPr>
              <a:t>You now have a project...</a:t>
            </a:r>
          </a:p>
          <a:p>
            <a:pPr lvl="1">
              <a:spcBef>
                <a:spcPts val="1200"/>
              </a:spcBef>
            </a:pPr>
            <a:r>
              <a:rPr lang="de-DE" sz="2000" dirty="0">
                <a:latin typeface="Abadi" panose="020B0604020104020204" pitchFamily="34" charset="0"/>
              </a:rPr>
              <a:t>With an </a:t>
            </a:r>
            <a:r>
              <a:rPr lang="de-DE" sz="2000" b="1" dirty="0">
                <a:latin typeface="Abadi" panose="020B0604020104020204" pitchFamily="34" charset="0"/>
              </a:rPr>
              <a:t>accessible structure</a:t>
            </a:r>
          </a:p>
          <a:p>
            <a:pPr lvl="1"/>
            <a:r>
              <a:rPr lang="de-DE" sz="2000" dirty="0">
                <a:latin typeface="Abadi" panose="020B0604020104020204" pitchFamily="34" charset="0"/>
              </a:rPr>
              <a:t>With </a:t>
            </a:r>
            <a:r>
              <a:rPr lang="de-DE" sz="2000" b="1" dirty="0">
                <a:latin typeface="Abadi" panose="020B0604020104020204" pitchFamily="34" charset="0"/>
              </a:rPr>
              <a:t>readable, reusable, and robust code</a:t>
            </a:r>
          </a:p>
          <a:p>
            <a:pPr lvl="1"/>
            <a:r>
              <a:rPr lang="de-DE" sz="2000" dirty="0">
                <a:latin typeface="Abadi" panose="020B0604020104020204" pitchFamily="34" charset="0"/>
              </a:rPr>
              <a:t>Properly </a:t>
            </a:r>
            <a:r>
              <a:rPr lang="de-DE" sz="2000" b="1" dirty="0">
                <a:latin typeface="Abadi" panose="020B0604020104020204" pitchFamily="34" charset="0"/>
              </a:rPr>
              <a:t>documented</a:t>
            </a:r>
          </a:p>
          <a:p>
            <a:pPr lvl="1"/>
            <a:r>
              <a:rPr lang="de-DE" sz="2000" dirty="0">
                <a:latin typeface="Abadi" panose="020B0604020104020204" pitchFamily="34" charset="0"/>
              </a:rPr>
              <a:t>Under </a:t>
            </a:r>
            <a:r>
              <a:rPr lang="de-DE" sz="2000" b="1" dirty="0">
                <a:latin typeface="Abadi" panose="020B0604020104020204" pitchFamily="34" charset="0"/>
              </a:rPr>
              <a:t>version control</a:t>
            </a:r>
          </a:p>
          <a:p>
            <a:pPr lvl="1"/>
            <a:r>
              <a:rPr lang="de-DE" sz="2000" dirty="0">
                <a:latin typeface="Abadi" panose="020B0604020104020204" pitchFamily="34" charset="0"/>
              </a:rPr>
              <a:t>With a </a:t>
            </a:r>
            <a:r>
              <a:rPr lang="de-DE" sz="2000" b="1" dirty="0">
                <a:latin typeface="Abadi" panose="020B0604020104020204" pitchFamily="34" charset="0"/>
              </a:rPr>
              <a:t>landing site on GitHub</a:t>
            </a:r>
          </a:p>
          <a:p>
            <a:pPr lvl="1"/>
            <a:endParaRPr lang="de-DE" dirty="0">
              <a:latin typeface="Abadi" panose="020B0604020104020204" pitchFamily="34" charset="0"/>
            </a:endParaRPr>
          </a:p>
          <a:p>
            <a:r>
              <a:rPr lang="de-DE" sz="2200" dirty="0">
                <a:latin typeface="Abadi" panose="020B0604020104020204" pitchFamily="34" charset="0"/>
              </a:rPr>
              <a:t>Is that it? </a:t>
            </a:r>
          </a:p>
          <a:p>
            <a:pPr lvl="1"/>
            <a:r>
              <a:rPr lang="de-DE" sz="2000" dirty="0">
                <a:latin typeface="Abadi" panose="020B0604020104020204" pitchFamily="34" charset="0"/>
              </a:rPr>
              <a:t>Almost!</a:t>
            </a:r>
          </a:p>
          <a:p>
            <a:pPr lvl="1"/>
            <a:r>
              <a:rPr lang="de-DE" sz="2000" dirty="0">
                <a:latin typeface="Abadi" panose="020B0604020104020204" pitchFamily="34" charset="0"/>
              </a:rPr>
              <a:t>You have declared </a:t>
            </a:r>
            <a:r>
              <a:rPr lang="de-DE" sz="2000" b="1" dirty="0">
                <a:latin typeface="Abadi" panose="020B0604020104020204" pitchFamily="34" charset="0"/>
              </a:rPr>
              <a:t>dependencies </a:t>
            </a:r>
            <a:r>
              <a:rPr lang="de-DE" sz="2000" dirty="0">
                <a:latin typeface="Abadi" panose="020B0604020104020204" pitchFamily="34" charset="0"/>
              </a:rPr>
              <a:t>in the README file</a:t>
            </a:r>
          </a:p>
          <a:p>
            <a:pPr lvl="1"/>
            <a:r>
              <a:rPr lang="de-DE" sz="2000" dirty="0">
                <a:latin typeface="Abadi" panose="020B0604020104020204" pitchFamily="34" charset="0"/>
              </a:rPr>
              <a:t>You may want to consider packaging them (e.g., </a:t>
            </a:r>
            <a:r>
              <a:rPr lang="de-DE" sz="2000" i="1" dirty="0">
                <a:latin typeface="Abadi" panose="020B0604020104020204" pitchFamily="34" charset="0"/>
              </a:rPr>
              <a:t>renv</a:t>
            </a:r>
            <a:r>
              <a:rPr lang="de-DE" sz="2000" dirty="0">
                <a:latin typeface="Abadi" panose="020B0604020104020204" pitchFamily="34" charset="0"/>
              </a:rPr>
              <a:t> in R; </a:t>
            </a:r>
            <a:r>
              <a:rPr lang="de-DE" sz="2000" i="1" dirty="0">
                <a:latin typeface="Abadi" panose="020B0604020104020204" pitchFamily="34" charset="0"/>
              </a:rPr>
              <a:t>uv</a:t>
            </a:r>
            <a:r>
              <a:rPr lang="de-DE" sz="2000" dirty="0">
                <a:latin typeface="Abadi" panose="020B0604020104020204" pitchFamily="34" charset="0"/>
              </a:rPr>
              <a:t>  in Python)</a:t>
            </a:r>
          </a:p>
          <a:p>
            <a:pPr lvl="1"/>
            <a:endParaRPr lang="en-DE" dirty="0"/>
          </a:p>
        </p:txBody>
      </p:sp>
    </p:spTree>
    <p:extLst>
      <p:ext uri="{BB962C8B-B14F-4D97-AF65-F5344CB8AC3E}">
        <p14:creationId xmlns:p14="http://schemas.microsoft.com/office/powerpoint/2010/main" val="92821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AF20D-ED9D-17BE-F7FA-E6BBAF4CE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95B10-2E3B-0C2B-4228-8E568E2A35A8}"/>
              </a:ext>
            </a:extLst>
          </p:cNvPr>
          <p:cNvSpPr>
            <a:spLocks noGrp="1"/>
          </p:cNvSpPr>
          <p:nvPr>
            <p:ph type="title"/>
          </p:nvPr>
        </p:nvSpPr>
        <p:spPr/>
        <p:txBody>
          <a:bodyPr/>
          <a:lstStyle/>
          <a:p>
            <a:r>
              <a:rPr lang="en-GB" dirty="0">
                <a:latin typeface="Abadi" panose="020B0604020104020204" pitchFamily="34" charset="0"/>
              </a:rPr>
              <a:t>Data archiving</a:t>
            </a:r>
            <a:endParaRPr lang="en-DE" dirty="0">
              <a:latin typeface="Abadi" panose="020B0604020104020204" pitchFamily="34" charset="0"/>
            </a:endParaRPr>
          </a:p>
        </p:txBody>
      </p:sp>
      <p:sp>
        <p:nvSpPr>
          <p:cNvPr id="3" name="Content Placeholder 2">
            <a:extLst>
              <a:ext uri="{FF2B5EF4-FFF2-40B4-BE49-F238E27FC236}">
                <a16:creationId xmlns:a16="http://schemas.microsoft.com/office/drawing/2014/main" id="{EF03A9C1-F637-326E-57F2-0DE455F936F5}"/>
              </a:ext>
            </a:extLst>
          </p:cNvPr>
          <p:cNvSpPr>
            <a:spLocks noGrp="1"/>
          </p:cNvSpPr>
          <p:nvPr>
            <p:ph idx="1"/>
          </p:nvPr>
        </p:nvSpPr>
        <p:spPr/>
        <p:txBody>
          <a:bodyPr/>
          <a:lstStyle/>
          <a:p>
            <a:pPr>
              <a:spcAft>
                <a:spcPts val="1200"/>
              </a:spcAft>
            </a:pPr>
            <a:r>
              <a:rPr lang="de-DE" sz="2200" dirty="0">
                <a:latin typeface="Abadi" panose="020B0604020104020204" pitchFamily="34" charset="0"/>
              </a:rPr>
              <a:t>Anonymised</a:t>
            </a:r>
          </a:p>
          <a:p>
            <a:pPr>
              <a:spcBef>
                <a:spcPts val="0"/>
              </a:spcBef>
              <a:spcAft>
                <a:spcPts val="1200"/>
              </a:spcAft>
            </a:pPr>
            <a:r>
              <a:rPr lang="de-DE" sz="2200" dirty="0">
                <a:latin typeface="Abadi" panose="020B0604020104020204" pitchFamily="34" charset="0"/>
              </a:rPr>
              <a:t>Include both raw and pre-processed versions</a:t>
            </a:r>
          </a:p>
          <a:p>
            <a:pPr>
              <a:spcBef>
                <a:spcPts val="0"/>
              </a:spcBef>
              <a:spcAft>
                <a:spcPts val="1200"/>
              </a:spcAft>
            </a:pPr>
            <a:r>
              <a:rPr lang="de-DE" sz="2200" dirty="0">
                <a:latin typeface="Abadi" panose="020B0604020104020204" pitchFamily="34" charset="0"/>
              </a:rPr>
              <a:t>Add persistent links or identifiers (e.g., DOI)</a:t>
            </a:r>
          </a:p>
          <a:p>
            <a:pPr>
              <a:spcBef>
                <a:spcPts val="0"/>
              </a:spcBef>
              <a:spcAft>
                <a:spcPts val="1200"/>
              </a:spcAft>
            </a:pPr>
            <a:r>
              <a:rPr lang="de-DE" sz="2200" dirty="0">
                <a:latin typeface="Abadi" panose="020B0604020104020204" pitchFamily="34" charset="0"/>
              </a:rPr>
              <a:t>Follow code principles: Readable, Reusable, Robust</a:t>
            </a:r>
          </a:p>
          <a:p>
            <a:pPr lvl="1">
              <a:spcAft>
                <a:spcPts val="600"/>
              </a:spcAft>
            </a:pPr>
            <a:r>
              <a:rPr lang="de-DE" sz="2000" dirty="0">
                <a:latin typeface="Abadi" panose="020B0604020104020204" pitchFamily="34" charset="0"/>
              </a:rPr>
              <a:t>Use self-explanatory, consistent column names (e.g., no spaces or special characters)</a:t>
            </a:r>
          </a:p>
          <a:p>
            <a:pPr lvl="1">
              <a:spcAft>
                <a:spcPts val="600"/>
              </a:spcAft>
            </a:pPr>
            <a:r>
              <a:rPr lang="de-DE" sz="2000" dirty="0">
                <a:latin typeface="Abadi" panose="020B0604020104020204" pitchFamily="34" charset="0"/>
              </a:rPr>
              <a:t>Provide documentation (README with column details, units, data preprocessing steps)</a:t>
            </a:r>
          </a:p>
          <a:p>
            <a:pPr lvl="1">
              <a:spcAft>
                <a:spcPts val="600"/>
              </a:spcAft>
            </a:pPr>
            <a:r>
              <a:rPr lang="de-DE" sz="2000" dirty="0">
                <a:latin typeface="Abadi" panose="020B0604020104020204" pitchFamily="34" charset="0"/>
              </a:rPr>
              <a:t>Use accessible file extensions (e.g., CSV), avoid proprietary formats, handle encoding, follow conventions (e.g. NA for missing data)</a:t>
            </a:r>
          </a:p>
          <a:p>
            <a:pPr lvl="1">
              <a:spcAft>
                <a:spcPts val="600"/>
              </a:spcAft>
            </a:pPr>
            <a:r>
              <a:rPr lang="de-DE" sz="2000" dirty="0">
                <a:latin typeface="Abadi" panose="020B0604020104020204" pitchFamily="34" charset="0"/>
              </a:rPr>
              <a:t>Choose format wisely</a:t>
            </a:r>
          </a:p>
          <a:p>
            <a:pPr lvl="2"/>
            <a:r>
              <a:rPr lang="de-DE" sz="1800" dirty="0">
                <a:latin typeface="Abadi" panose="020B0604020104020204" pitchFamily="34" charset="0"/>
              </a:rPr>
              <a:t>Humans prefer wide, computers prefer long</a:t>
            </a:r>
          </a:p>
          <a:p>
            <a:pPr lvl="1"/>
            <a:endParaRPr lang="de-DE" sz="1800" dirty="0">
              <a:latin typeface="Abadi" panose="020B0604020104020204" pitchFamily="34" charset="0"/>
            </a:endParaRPr>
          </a:p>
          <a:p>
            <a:pPr lvl="2"/>
            <a:endParaRPr lang="de-DE" sz="1400" dirty="0">
              <a:latin typeface="Abadi" panose="020B0604020104020204" pitchFamily="34" charset="0"/>
            </a:endParaRPr>
          </a:p>
          <a:p>
            <a:pPr lvl="2"/>
            <a:endParaRPr lang="de-DE" sz="1400" dirty="0">
              <a:latin typeface="Abadi" panose="020B0604020104020204" pitchFamily="34" charset="0"/>
            </a:endParaRPr>
          </a:p>
          <a:p>
            <a:pPr lvl="1"/>
            <a:endParaRPr lang="de-DE" sz="1600" dirty="0">
              <a:latin typeface="Abadi" panose="020B0604020104020204" pitchFamily="34" charset="0"/>
            </a:endParaRPr>
          </a:p>
          <a:p>
            <a:pPr lvl="1"/>
            <a:endParaRPr lang="en-DE" dirty="0"/>
          </a:p>
        </p:txBody>
      </p:sp>
      <p:pic>
        <p:nvPicPr>
          <p:cNvPr id="4" name="Picture 2" descr="GitHub - CenterForOpenScience/osf.io ...">
            <a:extLst>
              <a:ext uri="{FF2B5EF4-FFF2-40B4-BE49-F238E27FC236}">
                <a16:creationId xmlns:a16="http://schemas.microsoft.com/office/drawing/2014/main" id="{65F12BA0-AF5C-0904-DE53-9790E6C40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060" y="2028064"/>
            <a:ext cx="1004400" cy="1004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Github Logo - Free social media icons">
            <a:extLst>
              <a:ext uri="{FF2B5EF4-FFF2-40B4-BE49-F238E27FC236}">
                <a16:creationId xmlns:a16="http://schemas.microsoft.com/office/drawing/2014/main" id="{A7B29008-4F5A-F372-9110-9DD75DC9EA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2723" y="1351364"/>
            <a:ext cx="1005767" cy="10057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Researchers - Digital Science">
            <a:extLst>
              <a:ext uri="{FF2B5EF4-FFF2-40B4-BE49-F238E27FC236}">
                <a16:creationId xmlns:a16="http://schemas.microsoft.com/office/drawing/2014/main" id="{432DB867-E591-D3CB-54A7-B7439B84B6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72723" y="2492068"/>
            <a:ext cx="1004400" cy="100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31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3F9A-E9ED-D30F-24CD-F5A9EEEC1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E5F55-0D8A-1577-19AA-3A9E020633AC}"/>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900B49D1-A3DF-DA0C-08F1-CE83ADC89D26}"/>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Tree>
    <p:extLst>
      <p:ext uri="{BB962C8B-B14F-4D97-AF65-F5344CB8AC3E}">
        <p14:creationId xmlns:p14="http://schemas.microsoft.com/office/powerpoint/2010/main" val="51047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5E72B-60AF-27FA-1D3B-C306C34B0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EE2B0-8B6A-C576-BA2D-361DC5848E3D}"/>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5F61D680-E008-00EB-2C1F-4428E928AEB4}"/>
              </a:ext>
            </a:extLst>
          </p:cNvPr>
          <p:cNvGraphicFramePr>
            <a:graphicFrameLocks noGrp="1"/>
          </p:cNvGraphicFramePr>
          <p:nvPr>
            <p:extLst>
              <p:ext uri="{D42A27DB-BD31-4B8C-83A1-F6EECF244321}">
                <p14:modId xmlns:p14="http://schemas.microsoft.com/office/powerpoint/2010/main" val="1693568557"/>
              </p:ext>
            </p:extLst>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
        <p:nvSpPr>
          <p:cNvPr id="10" name="Oval 9">
            <a:extLst>
              <a:ext uri="{FF2B5EF4-FFF2-40B4-BE49-F238E27FC236}">
                <a16:creationId xmlns:a16="http://schemas.microsoft.com/office/drawing/2014/main" id="{EBA33052-E4C2-C174-1488-0A384ECA9FD8}"/>
              </a:ext>
            </a:extLst>
          </p:cNvPr>
          <p:cNvSpPr/>
          <p:nvPr/>
        </p:nvSpPr>
        <p:spPr>
          <a:xfrm>
            <a:off x="838200" y="1900546"/>
            <a:ext cx="1136904"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36955625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8F960-31A8-5C53-40D1-7015472C8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7155D-EE80-B3B2-8384-C803B097CFB6}"/>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BF985488-CA62-64D3-693F-D6DAC18F57A6}"/>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
        <p:nvSpPr>
          <p:cNvPr id="10" name="Oval 9">
            <a:extLst>
              <a:ext uri="{FF2B5EF4-FFF2-40B4-BE49-F238E27FC236}">
                <a16:creationId xmlns:a16="http://schemas.microsoft.com/office/drawing/2014/main" id="{EDD0F954-0635-C2CF-32B1-CE9BF8D6B217}"/>
              </a:ext>
            </a:extLst>
          </p:cNvPr>
          <p:cNvSpPr/>
          <p:nvPr/>
        </p:nvSpPr>
        <p:spPr>
          <a:xfrm>
            <a:off x="2033016" y="1900546"/>
            <a:ext cx="1136904"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4923354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876C3-256F-D095-16FC-8EDA82908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C3BAD-78FC-F050-7608-D83933E70B30}"/>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1E8FE781-08C4-948D-A172-6798FC26B2F8}"/>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
        <p:nvSpPr>
          <p:cNvPr id="10" name="Oval 9">
            <a:extLst>
              <a:ext uri="{FF2B5EF4-FFF2-40B4-BE49-F238E27FC236}">
                <a16:creationId xmlns:a16="http://schemas.microsoft.com/office/drawing/2014/main" id="{60A555F1-0A1A-8C49-5042-B75FBF9ADB55}"/>
              </a:ext>
            </a:extLst>
          </p:cNvPr>
          <p:cNvSpPr/>
          <p:nvPr/>
        </p:nvSpPr>
        <p:spPr>
          <a:xfrm>
            <a:off x="3264408" y="1900546"/>
            <a:ext cx="1380744"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6183638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D4C60-8628-F7E7-2B13-C073222C6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8CB92-88D1-7352-F368-4B65FD0480DC}"/>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582E8DF5-DD5E-1813-C351-E4723B94FB09}"/>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
        <p:nvSpPr>
          <p:cNvPr id="10" name="Oval 9">
            <a:extLst>
              <a:ext uri="{FF2B5EF4-FFF2-40B4-BE49-F238E27FC236}">
                <a16:creationId xmlns:a16="http://schemas.microsoft.com/office/drawing/2014/main" id="{E5AAD0A5-1B24-7146-4B44-47C4E55DA4FA}"/>
              </a:ext>
            </a:extLst>
          </p:cNvPr>
          <p:cNvSpPr/>
          <p:nvPr/>
        </p:nvSpPr>
        <p:spPr>
          <a:xfrm>
            <a:off x="4690872" y="1900546"/>
            <a:ext cx="1978152"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32969915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F5555-3A13-7337-A18A-6A3B583A7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1820A-1996-CB5A-3083-129F40952E55}"/>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0F5FC616-0C9A-E4CA-0818-B2FC43CE9E21}"/>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
        <p:nvSpPr>
          <p:cNvPr id="3" name="Rectangle: Rounded Corners 2">
            <a:extLst>
              <a:ext uri="{FF2B5EF4-FFF2-40B4-BE49-F238E27FC236}">
                <a16:creationId xmlns:a16="http://schemas.microsoft.com/office/drawing/2014/main" id="{6A12F654-05CD-9644-8C4D-A5061429DF4F}"/>
              </a:ext>
            </a:extLst>
          </p:cNvPr>
          <p:cNvSpPr/>
          <p:nvPr/>
        </p:nvSpPr>
        <p:spPr>
          <a:xfrm>
            <a:off x="838200" y="2270333"/>
            <a:ext cx="5830824" cy="464279"/>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11633768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247F1-2CB6-7EF2-D27B-D556A1CE4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BCFE2-F71B-E870-3BE5-C62ADAFF8D4A}"/>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3246D858-8E0A-9D1F-74BF-79B87B2D56A7}"/>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
        <p:nvSpPr>
          <p:cNvPr id="6" name="TextBox 5">
            <a:extLst>
              <a:ext uri="{FF2B5EF4-FFF2-40B4-BE49-F238E27FC236}">
                <a16:creationId xmlns:a16="http://schemas.microsoft.com/office/drawing/2014/main" id="{427FAD8B-EBFC-5D04-86E0-64416CC9EAC9}"/>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solidFill>
                  <a:schemeClr val="bg1"/>
                </a:solidFill>
                <a:latin typeface="Abadi" panose="020B0604020104020204" pitchFamily="34" charset="0"/>
              </a:rPr>
              <a:t>/ stacked in </a:t>
            </a:r>
            <a:r>
              <a:rPr lang="en-GB" b="1" dirty="0">
                <a:solidFill>
                  <a:schemeClr val="bg1"/>
                </a:solidFill>
                <a:latin typeface="Abadi" panose="020B0604020104020204" pitchFamily="34" charset="0"/>
              </a:rPr>
              <a:t>one</a:t>
            </a:r>
            <a:r>
              <a:rPr lang="en-GB" dirty="0">
                <a:solidFill>
                  <a:schemeClr val="bg1"/>
                </a:solidFill>
                <a:latin typeface="Abadi" panose="020B0604020104020204" pitchFamily="34" charset="0"/>
              </a:rPr>
              <a:t> column</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than one </a:t>
            </a:r>
            <a:r>
              <a:rPr lang="en-GB" dirty="0">
                <a:latin typeface="Abadi" panose="020B0604020104020204" pitchFamily="34" charset="0"/>
              </a:rPr>
              <a:t>observation per row</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columns, fewer rows </a:t>
            </a:r>
            <a:r>
              <a:rPr lang="en-GB" dirty="0">
                <a:solidFill>
                  <a:schemeClr val="bg1"/>
                </a:solidFill>
                <a:latin typeface="Abadi" panose="020B0604020104020204" pitchFamily="34" charset="0"/>
              </a:rPr>
              <a:t>/ Fewer columns, more rows</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Easy to </a:t>
            </a:r>
            <a:r>
              <a:rPr lang="en-GB" b="1" dirty="0">
                <a:solidFill>
                  <a:schemeClr val="accent5">
                    <a:lumMod val="60000"/>
                    <a:lumOff val="40000"/>
                  </a:schemeClr>
                </a:solidFill>
                <a:latin typeface="Abadi" panose="020B0604020104020204" pitchFamily="34" charset="0"/>
              </a:rPr>
              <a:t>read manually </a:t>
            </a:r>
            <a:r>
              <a:rPr lang="en-GB" dirty="0">
                <a:solidFill>
                  <a:schemeClr val="bg1"/>
                </a:solidFill>
                <a:latin typeface="Abadi" panose="020B0604020104020204" pitchFamily="34" charset="0"/>
              </a:rPr>
              <a:t>/ Easy to </a:t>
            </a:r>
            <a:r>
              <a:rPr lang="en-GB" b="1" dirty="0">
                <a:solidFill>
                  <a:schemeClr val="bg1"/>
                </a:solidFill>
                <a:latin typeface="Abadi" panose="020B0604020104020204" pitchFamily="34" charset="0"/>
              </a:rPr>
              <a:t>analyse</a:t>
            </a:r>
            <a:endParaRPr lang="en-DE" b="1" dirty="0">
              <a:solidFill>
                <a:schemeClr val="bg1"/>
              </a:solidFill>
              <a:latin typeface="Abadi" panose="020B0604020104020204" pitchFamily="34" charset="0"/>
            </a:endParaRPr>
          </a:p>
        </p:txBody>
      </p:sp>
    </p:spTree>
    <p:extLst>
      <p:ext uri="{BB962C8B-B14F-4D97-AF65-F5344CB8AC3E}">
        <p14:creationId xmlns:p14="http://schemas.microsoft.com/office/powerpoint/2010/main" val="24818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AE48-4A82-1899-F259-BB982F4E6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3C7A4-2686-4F55-138A-4B7738CC973F}"/>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5" name="Table 4">
            <a:extLst>
              <a:ext uri="{FF2B5EF4-FFF2-40B4-BE49-F238E27FC236}">
                <a16:creationId xmlns:a16="http://schemas.microsoft.com/office/drawing/2014/main" id="{4F17C8EA-D26D-D0FC-9A96-23F18D31DB66}"/>
              </a:ext>
            </a:extLst>
          </p:cNvPr>
          <p:cNvGraphicFramePr>
            <a:graphicFrameLocks noGrp="1"/>
          </p:cNvGraphicFramePr>
          <p:nvPr>
            <p:extLst>
              <p:ext uri="{D42A27DB-BD31-4B8C-83A1-F6EECF244321}">
                <p14:modId xmlns:p14="http://schemas.microsoft.com/office/powerpoint/2010/main" val="4044717647"/>
              </p:ext>
            </p:extLst>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4" name="Oval 3">
            <a:extLst>
              <a:ext uri="{FF2B5EF4-FFF2-40B4-BE49-F238E27FC236}">
                <a16:creationId xmlns:a16="http://schemas.microsoft.com/office/drawing/2014/main" id="{7B3EFEA4-820B-F898-D5E6-EB245B0F64D4}"/>
              </a:ext>
            </a:extLst>
          </p:cNvPr>
          <p:cNvSpPr/>
          <p:nvPr/>
        </p:nvSpPr>
        <p:spPr>
          <a:xfrm>
            <a:off x="7959716" y="1344064"/>
            <a:ext cx="1136904"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aphicFrame>
        <p:nvGraphicFramePr>
          <p:cNvPr id="6" name="Table 5">
            <a:extLst>
              <a:ext uri="{FF2B5EF4-FFF2-40B4-BE49-F238E27FC236}">
                <a16:creationId xmlns:a16="http://schemas.microsoft.com/office/drawing/2014/main" id="{B948B60B-9A31-0CBA-7318-0E8A5B3B0513}"/>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Tree>
    <p:extLst>
      <p:ext uri="{BB962C8B-B14F-4D97-AF65-F5344CB8AC3E}">
        <p14:creationId xmlns:p14="http://schemas.microsoft.com/office/powerpoint/2010/main" val="28693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56C0-EE8B-0B14-AE85-238F5B35A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34EAF-F70C-F588-6016-88DCECE62792}"/>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5" name="Table 4">
            <a:extLst>
              <a:ext uri="{FF2B5EF4-FFF2-40B4-BE49-F238E27FC236}">
                <a16:creationId xmlns:a16="http://schemas.microsoft.com/office/drawing/2014/main" id="{41BC2305-E34E-AFE3-AB1D-C1F16EC4316F}"/>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4" name="Oval 3">
            <a:extLst>
              <a:ext uri="{FF2B5EF4-FFF2-40B4-BE49-F238E27FC236}">
                <a16:creationId xmlns:a16="http://schemas.microsoft.com/office/drawing/2014/main" id="{092F5176-8C09-D286-DFC7-B6FE994B943F}"/>
              </a:ext>
            </a:extLst>
          </p:cNvPr>
          <p:cNvSpPr/>
          <p:nvPr/>
        </p:nvSpPr>
        <p:spPr>
          <a:xfrm>
            <a:off x="9424416" y="1344064"/>
            <a:ext cx="731520"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aphicFrame>
        <p:nvGraphicFramePr>
          <p:cNvPr id="3" name="Table 2">
            <a:extLst>
              <a:ext uri="{FF2B5EF4-FFF2-40B4-BE49-F238E27FC236}">
                <a16:creationId xmlns:a16="http://schemas.microsoft.com/office/drawing/2014/main" id="{2A826A33-21F7-EED4-C91C-FD3C49CBF3B6}"/>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Tree>
    <p:extLst>
      <p:ext uri="{BB962C8B-B14F-4D97-AF65-F5344CB8AC3E}">
        <p14:creationId xmlns:p14="http://schemas.microsoft.com/office/powerpoint/2010/main" val="126150996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AB9DD-2A13-D181-9FAB-085B425A9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A57C0-059D-2647-1F07-AC83374B5BA1}"/>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5" name="Table 4">
            <a:extLst>
              <a:ext uri="{FF2B5EF4-FFF2-40B4-BE49-F238E27FC236}">
                <a16:creationId xmlns:a16="http://schemas.microsoft.com/office/drawing/2014/main" id="{6894CDBB-F43C-E399-CDC5-CBE85D1A06D7}"/>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4" name="Oval 3">
            <a:extLst>
              <a:ext uri="{FF2B5EF4-FFF2-40B4-BE49-F238E27FC236}">
                <a16:creationId xmlns:a16="http://schemas.microsoft.com/office/drawing/2014/main" id="{9DBA5A38-7249-7988-BD2A-22231C09ABE7}"/>
              </a:ext>
            </a:extLst>
          </p:cNvPr>
          <p:cNvSpPr/>
          <p:nvPr/>
        </p:nvSpPr>
        <p:spPr>
          <a:xfrm>
            <a:off x="10495652" y="1344064"/>
            <a:ext cx="769756" cy="464544"/>
          </a:xfrm>
          <a:prstGeom prst="ellipse">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aphicFrame>
        <p:nvGraphicFramePr>
          <p:cNvPr id="3" name="Table 2">
            <a:extLst>
              <a:ext uri="{FF2B5EF4-FFF2-40B4-BE49-F238E27FC236}">
                <a16:creationId xmlns:a16="http://schemas.microsoft.com/office/drawing/2014/main" id="{1FD9EC43-6D13-8351-700F-0182760F8F15}"/>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Tree>
    <p:extLst>
      <p:ext uri="{BB962C8B-B14F-4D97-AF65-F5344CB8AC3E}">
        <p14:creationId xmlns:p14="http://schemas.microsoft.com/office/powerpoint/2010/main" val="25787477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CCDFD-0DEB-16F0-DCF9-1B7BB8E42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81880-8A91-86AB-B781-36B581F1BF9A}"/>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sp>
        <p:nvSpPr>
          <p:cNvPr id="5" name="Rectangle: Rounded Corners 4">
            <a:extLst>
              <a:ext uri="{FF2B5EF4-FFF2-40B4-BE49-F238E27FC236}">
                <a16:creationId xmlns:a16="http://schemas.microsoft.com/office/drawing/2014/main" id="{3AC47DAE-A283-E4E7-06C9-C45438FA24AC}"/>
              </a:ext>
            </a:extLst>
          </p:cNvPr>
          <p:cNvSpPr/>
          <p:nvPr/>
        </p:nvSpPr>
        <p:spPr>
          <a:xfrm>
            <a:off x="7959716" y="1699154"/>
            <a:ext cx="3394084" cy="1174432"/>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aphicFrame>
        <p:nvGraphicFramePr>
          <p:cNvPr id="6" name="Table 5">
            <a:extLst>
              <a:ext uri="{FF2B5EF4-FFF2-40B4-BE49-F238E27FC236}">
                <a16:creationId xmlns:a16="http://schemas.microsoft.com/office/drawing/2014/main" id="{6286D400-96DA-3615-52E2-6AF40A030D8B}"/>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graphicFrame>
        <p:nvGraphicFramePr>
          <p:cNvPr id="7" name="Table 6">
            <a:extLst>
              <a:ext uri="{FF2B5EF4-FFF2-40B4-BE49-F238E27FC236}">
                <a16:creationId xmlns:a16="http://schemas.microsoft.com/office/drawing/2014/main" id="{461165E6-F191-CA53-00EF-779E26C6CD08}"/>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Tree>
    <p:extLst>
      <p:ext uri="{BB962C8B-B14F-4D97-AF65-F5344CB8AC3E}">
        <p14:creationId xmlns:p14="http://schemas.microsoft.com/office/powerpoint/2010/main" val="61220749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DF1D7-1429-2F5A-8921-BC9619DD4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A2AA7-A4B2-8C21-779B-6C3071978441}"/>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6" name="Table 5">
            <a:extLst>
              <a:ext uri="{FF2B5EF4-FFF2-40B4-BE49-F238E27FC236}">
                <a16:creationId xmlns:a16="http://schemas.microsoft.com/office/drawing/2014/main" id="{6FAF027D-D880-07C6-2F67-91119DAC55CD}"/>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5" name="Rectangle: Rounded Corners 4">
            <a:extLst>
              <a:ext uri="{FF2B5EF4-FFF2-40B4-BE49-F238E27FC236}">
                <a16:creationId xmlns:a16="http://schemas.microsoft.com/office/drawing/2014/main" id="{74E46CB6-5D96-D079-54D7-4A604D6BC91E}"/>
              </a:ext>
            </a:extLst>
          </p:cNvPr>
          <p:cNvSpPr/>
          <p:nvPr/>
        </p:nvSpPr>
        <p:spPr>
          <a:xfrm>
            <a:off x="7959716" y="2833010"/>
            <a:ext cx="3394084" cy="1174432"/>
          </a:xfrm>
          <a:prstGeom prst="round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aphicFrame>
        <p:nvGraphicFramePr>
          <p:cNvPr id="7" name="Table 6">
            <a:extLst>
              <a:ext uri="{FF2B5EF4-FFF2-40B4-BE49-F238E27FC236}">
                <a16:creationId xmlns:a16="http://schemas.microsoft.com/office/drawing/2014/main" id="{2CAF2DE3-CCAF-8C90-6336-5615927E62B2}"/>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spTree>
    <p:extLst>
      <p:ext uri="{BB962C8B-B14F-4D97-AF65-F5344CB8AC3E}">
        <p14:creationId xmlns:p14="http://schemas.microsoft.com/office/powerpoint/2010/main" val="17865734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9B34F-ABBE-350C-4AAA-7DB63BB71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22E4C-A9BE-B45A-A444-A436971E5124}"/>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2C1FDD67-E89E-6F37-BA63-342BCB98ACB6}"/>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graphicFrame>
        <p:nvGraphicFramePr>
          <p:cNvPr id="8" name="Table 7">
            <a:extLst>
              <a:ext uri="{FF2B5EF4-FFF2-40B4-BE49-F238E27FC236}">
                <a16:creationId xmlns:a16="http://schemas.microsoft.com/office/drawing/2014/main" id="{258C4E61-332B-6F85-CBD7-489AA19CA3DA}"/>
              </a:ext>
            </a:extLst>
          </p:cNvPr>
          <p:cNvGraphicFramePr>
            <a:graphicFrameLocks noGrp="1"/>
          </p:cNvGraphicFramePr>
          <p:nvPr>
            <p:extLst>
              <p:ext uri="{D42A27DB-BD31-4B8C-83A1-F6EECF244321}">
                <p14:modId xmlns:p14="http://schemas.microsoft.com/office/powerpoint/2010/main" val="1334195940"/>
              </p:ext>
            </p:extLst>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4" name="TextBox 3">
            <a:extLst>
              <a:ext uri="{FF2B5EF4-FFF2-40B4-BE49-F238E27FC236}">
                <a16:creationId xmlns:a16="http://schemas.microsoft.com/office/drawing/2014/main" id="{E3E0CCCD-DC1E-4E15-E320-9C730FB4B5EC}"/>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solidFill>
                  <a:schemeClr val="bg1"/>
                </a:solidFill>
                <a:latin typeface="Abadi" panose="020B0604020104020204" pitchFamily="34" charset="0"/>
              </a:rPr>
              <a:t>/ stacked in </a:t>
            </a:r>
            <a:r>
              <a:rPr lang="en-GB" b="1" dirty="0">
                <a:solidFill>
                  <a:schemeClr val="bg1"/>
                </a:solidFill>
                <a:latin typeface="Abadi" panose="020B0604020104020204" pitchFamily="34" charset="0"/>
              </a:rPr>
              <a:t>one</a:t>
            </a:r>
            <a:r>
              <a:rPr lang="en-GB" dirty="0">
                <a:solidFill>
                  <a:schemeClr val="bg1"/>
                </a:solidFill>
                <a:latin typeface="Abadi" panose="020B0604020104020204" pitchFamily="34" charset="0"/>
              </a:rPr>
              <a:t> column</a:t>
            </a:r>
          </a:p>
          <a:p>
            <a:pPr marL="285750" indent="-285750">
              <a:buFont typeface="Arial" panose="020B0604020202020204" pitchFamily="34" charset="0"/>
              <a:buChar char="•"/>
            </a:pPr>
            <a:r>
              <a:rPr lang="en-GB" dirty="0">
                <a:solidFill>
                  <a:schemeClr val="bg1"/>
                </a:solidFill>
                <a:latin typeface="Abadi" panose="020B0604020104020204" pitchFamily="34" charset="0"/>
              </a:rPr>
              <a:t>More than one observation per row</a:t>
            </a:r>
          </a:p>
          <a:p>
            <a:pPr marL="285750" indent="-285750">
              <a:buFont typeface="Arial" panose="020B0604020202020204" pitchFamily="34" charset="0"/>
              <a:buChar char="•"/>
            </a:pPr>
            <a:r>
              <a:rPr lang="en-GB" dirty="0">
                <a:solidFill>
                  <a:schemeClr val="bg1"/>
                </a:solidFill>
                <a:latin typeface="Abadi" panose="020B0604020104020204" pitchFamily="34" charset="0"/>
              </a:rPr>
              <a:t>More columns, fewer rows / Fewer columns, more rows</a:t>
            </a:r>
          </a:p>
          <a:p>
            <a:pPr marL="285750" indent="-285750">
              <a:buFont typeface="Arial" panose="020B0604020202020204" pitchFamily="34" charset="0"/>
              <a:buChar char="•"/>
            </a:pPr>
            <a:r>
              <a:rPr lang="en-GB" dirty="0">
                <a:solidFill>
                  <a:schemeClr val="bg1"/>
                </a:solidFill>
                <a:latin typeface="Abadi" panose="020B0604020104020204" pitchFamily="34" charset="0"/>
              </a:rPr>
              <a:t>Easy to </a:t>
            </a:r>
            <a:r>
              <a:rPr lang="en-GB" b="1" dirty="0">
                <a:solidFill>
                  <a:schemeClr val="bg1"/>
                </a:solidFill>
                <a:latin typeface="Abadi" panose="020B0604020104020204" pitchFamily="34" charset="0"/>
              </a:rPr>
              <a:t>read manually </a:t>
            </a:r>
            <a:r>
              <a:rPr lang="en-GB" dirty="0">
                <a:solidFill>
                  <a:schemeClr val="bg1"/>
                </a:solidFill>
                <a:latin typeface="Abadi" panose="020B0604020104020204" pitchFamily="34" charset="0"/>
              </a:rPr>
              <a:t>/ Easy to </a:t>
            </a:r>
            <a:r>
              <a:rPr lang="en-GB" b="1" dirty="0">
                <a:solidFill>
                  <a:schemeClr val="bg1"/>
                </a:solidFill>
                <a:latin typeface="Abadi" panose="020B0604020104020204" pitchFamily="34" charset="0"/>
              </a:rPr>
              <a:t>analyse</a:t>
            </a:r>
            <a:endParaRPr lang="en-DE" b="1" dirty="0">
              <a:solidFill>
                <a:schemeClr val="bg1"/>
              </a:solidFill>
              <a:latin typeface="Abadi" panose="020B0604020104020204" pitchFamily="34" charset="0"/>
            </a:endParaRPr>
          </a:p>
        </p:txBody>
      </p:sp>
    </p:spTree>
    <p:extLst>
      <p:ext uri="{BB962C8B-B14F-4D97-AF65-F5344CB8AC3E}">
        <p14:creationId xmlns:p14="http://schemas.microsoft.com/office/powerpoint/2010/main" val="14060507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8D34E-330C-CDC2-BEB5-417681E8A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F62F2-66BF-598D-DA8A-9F92F511ABFA}"/>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7D26DD88-7BB5-2C37-21EC-C71E05A5C062}"/>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graphicFrame>
        <p:nvGraphicFramePr>
          <p:cNvPr id="8" name="Table 7">
            <a:extLst>
              <a:ext uri="{FF2B5EF4-FFF2-40B4-BE49-F238E27FC236}">
                <a16:creationId xmlns:a16="http://schemas.microsoft.com/office/drawing/2014/main" id="{D0131B40-2A8A-C57D-2E50-85DE5B4A8932}"/>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4" name="TextBox 3">
            <a:extLst>
              <a:ext uri="{FF2B5EF4-FFF2-40B4-BE49-F238E27FC236}">
                <a16:creationId xmlns:a16="http://schemas.microsoft.com/office/drawing/2014/main" id="{218AE6E1-384A-6312-2E74-33874B9793B3}"/>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latin typeface="Abadi" panose="020B0604020104020204" pitchFamily="34" charset="0"/>
              </a:rPr>
              <a:t>/</a:t>
            </a:r>
            <a:r>
              <a:rPr lang="en-GB" dirty="0">
                <a:solidFill>
                  <a:schemeClr val="accent6">
                    <a:lumMod val="60000"/>
                    <a:lumOff val="40000"/>
                  </a:schemeClr>
                </a:solidFill>
                <a:latin typeface="Abadi" panose="020B0604020104020204" pitchFamily="34" charset="0"/>
              </a:rPr>
              <a:t> stacked in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column</a:t>
            </a:r>
          </a:p>
          <a:p>
            <a:pPr marL="285750" indent="-285750">
              <a:buFont typeface="Arial" panose="020B0604020202020204" pitchFamily="34" charset="0"/>
              <a:buChar char="•"/>
            </a:pPr>
            <a:r>
              <a:rPr lang="en-GB" dirty="0">
                <a:solidFill>
                  <a:schemeClr val="bg1"/>
                </a:solidFill>
                <a:latin typeface="Abadi" panose="020B0604020104020204" pitchFamily="34" charset="0"/>
              </a:rPr>
              <a:t>More than one observation per row</a:t>
            </a:r>
          </a:p>
          <a:p>
            <a:pPr marL="285750" indent="-285750">
              <a:buFont typeface="Arial" panose="020B0604020202020204" pitchFamily="34" charset="0"/>
              <a:buChar char="•"/>
            </a:pPr>
            <a:r>
              <a:rPr lang="en-GB" dirty="0">
                <a:solidFill>
                  <a:schemeClr val="bg1"/>
                </a:solidFill>
                <a:latin typeface="Abadi" panose="020B0604020104020204" pitchFamily="34" charset="0"/>
              </a:rPr>
              <a:t>More columns, fewer rows / Fewer columns, more rows</a:t>
            </a:r>
          </a:p>
          <a:p>
            <a:pPr marL="285750" indent="-285750">
              <a:buFont typeface="Arial" panose="020B0604020202020204" pitchFamily="34" charset="0"/>
              <a:buChar char="•"/>
            </a:pPr>
            <a:r>
              <a:rPr lang="en-GB" dirty="0">
                <a:solidFill>
                  <a:schemeClr val="bg1"/>
                </a:solidFill>
                <a:latin typeface="Abadi" panose="020B0604020104020204" pitchFamily="34" charset="0"/>
              </a:rPr>
              <a:t>Easy to </a:t>
            </a:r>
            <a:r>
              <a:rPr lang="en-GB" b="1" dirty="0">
                <a:solidFill>
                  <a:schemeClr val="bg1"/>
                </a:solidFill>
                <a:latin typeface="Abadi" panose="020B0604020104020204" pitchFamily="34" charset="0"/>
              </a:rPr>
              <a:t>read manually </a:t>
            </a:r>
            <a:r>
              <a:rPr lang="en-GB" dirty="0">
                <a:solidFill>
                  <a:schemeClr val="bg1"/>
                </a:solidFill>
                <a:latin typeface="Abadi" panose="020B0604020104020204" pitchFamily="34" charset="0"/>
              </a:rPr>
              <a:t>/ Easy to </a:t>
            </a:r>
            <a:r>
              <a:rPr lang="en-GB" b="1" dirty="0">
                <a:solidFill>
                  <a:schemeClr val="bg1"/>
                </a:solidFill>
                <a:latin typeface="Abadi" panose="020B0604020104020204" pitchFamily="34" charset="0"/>
              </a:rPr>
              <a:t>analyse</a:t>
            </a:r>
            <a:endParaRPr lang="en-DE" b="1" dirty="0">
              <a:solidFill>
                <a:schemeClr val="bg1"/>
              </a:solidFill>
              <a:latin typeface="Abadi" panose="020B0604020104020204" pitchFamily="34" charset="0"/>
            </a:endParaRPr>
          </a:p>
        </p:txBody>
      </p:sp>
    </p:spTree>
    <p:extLst>
      <p:ext uri="{BB962C8B-B14F-4D97-AF65-F5344CB8AC3E}">
        <p14:creationId xmlns:p14="http://schemas.microsoft.com/office/powerpoint/2010/main" val="356505950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529E8-51E6-3066-34B8-047F3BA93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D6F43-2977-24D4-99BD-59A6C2AA2678}"/>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FF9D2C5C-88A8-842B-413F-D0E696D6627A}"/>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graphicFrame>
        <p:nvGraphicFramePr>
          <p:cNvPr id="8" name="Table 7">
            <a:extLst>
              <a:ext uri="{FF2B5EF4-FFF2-40B4-BE49-F238E27FC236}">
                <a16:creationId xmlns:a16="http://schemas.microsoft.com/office/drawing/2014/main" id="{F63AE75B-1403-9D4B-3946-CA297A21E5CF}"/>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4" name="TextBox 3">
            <a:extLst>
              <a:ext uri="{FF2B5EF4-FFF2-40B4-BE49-F238E27FC236}">
                <a16:creationId xmlns:a16="http://schemas.microsoft.com/office/drawing/2014/main" id="{DA2D504E-1B5B-78AA-4252-717CA4BA0A1A}"/>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latin typeface="Abadi" panose="020B0604020104020204" pitchFamily="34" charset="0"/>
              </a:rPr>
              <a:t>/</a:t>
            </a:r>
            <a:r>
              <a:rPr lang="en-GB" dirty="0">
                <a:solidFill>
                  <a:schemeClr val="accent6">
                    <a:lumMod val="60000"/>
                    <a:lumOff val="40000"/>
                  </a:schemeClr>
                </a:solidFill>
                <a:latin typeface="Abadi" panose="020B0604020104020204" pitchFamily="34" charset="0"/>
              </a:rPr>
              <a:t> stacked in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column</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than one </a:t>
            </a:r>
            <a:r>
              <a:rPr lang="en-GB" dirty="0">
                <a:latin typeface="Abadi" panose="020B0604020104020204" pitchFamily="34" charset="0"/>
              </a:rPr>
              <a:t>observation per row</a:t>
            </a:r>
          </a:p>
          <a:p>
            <a:pPr marL="285750" indent="-285750">
              <a:buFont typeface="Arial" panose="020B0604020202020204" pitchFamily="34" charset="0"/>
              <a:buChar char="•"/>
            </a:pPr>
            <a:r>
              <a:rPr lang="en-GB" dirty="0">
                <a:solidFill>
                  <a:schemeClr val="bg1"/>
                </a:solidFill>
                <a:latin typeface="Abadi" panose="020B0604020104020204" pitchFamily="34" charset="0"/>
              </a:rPr>
              <a:t>More columns, fewer rows / Fewer columns, more rows</a:t>
            </a:r>
          </a:p>
          <a:p>
            <a:pPr marL="285750" indent="-285750">
              <a:buFont typeface="Arial" panose="020B0604020202020204" pitchFamily="34" charset="0"/>
              <a:buChar char="•"/>
            </a:pPr>
            <a:r>
              <a:rPr lang="en-GB" dirty="0">
                <a:solidFill>
                  <a:schemeClr val="bg1"/>
                </a:solidFill>
                <a:latin typeface="Abadi" panose="020B0604020104020204" pitchFamily="34" charset="0"/>
              </a:rPr>
              <a:t>Easy to </a:t>
            </a:r>
            <a:r>
              <a:rPr lang="en-GB" b="1" dirty="0">
                <a:solidFill>
                  <a:schemeClr val="bg1"/>
                </a:solidFill>
                <a:latin typeface="Abadi" panose="020B0604020104020204" pitchFamily="34" charset="0"/>
              </a:rPr>
              <a:t>read manually </a:t>
            </a:r>
            <a:r>
              <a:rPr lang="en-GB" dirty="0">
                <a:solidFill>
                  <a:schemeClr val="bg1"/>
                </a:solidFill>
                <a:latin typeface="Abadi" panose="020B0604020104020204" pitchFamily="34" charset="0"/>
              </a:rPr>
              <a:t>/ Easy to </a:t>
            </a:r>
            <a:r>
              <a:rPr lang="en-GB" b="1" dirty="0">
                <a:solidFill>
                  <a:schemeClr val="bg1"/>
                </a:solidFill>
                <a:latin typeface="Abadi" panose="020B0604020104020204" pitchFamily="34" charset="0"/>
              </a:rPr>
              <a:t>analyse</a:t>
            </a:r>
            <a:endParaRPr lang="en-DE" b="1" dirty="0">
              <a:solidFill>
                <a:schemeClr val="bg1"/>
              </a:solidFill>
              <a:latin typeface="Abadi" panose="020B0604020104020204" pitchFamily="34" charset="0"/>
            </a:endParaRPr>
          </a:p>
        </p:txBody>
      </p:sp>
    </p:spTree>
    <p:extLst>
      <p:ext uri="{BB962C8B-B14F-4D97-AF65-F5344CB8AC3E}">
        <p14:creationId xmlns:p14="http://schemas.microsoft.com/office/powerpoint/2010/main" val="27634177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5F2E5-3FE8-66C2-2442-1709867F2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56953-72F2-160E-4915-FE8E2F6718AC}"/>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74943C27-BF01-E750-4410-49D3C2EFA04F}"/>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graphicFrame>
        <p:nvGraphicFramePr>
          <p:cNvPr id="8" name="Table 7">
            <a:extLst>
              <a:ext uri="{FF2B5EF4-FFF2-40B4-BE49-F238E27FC236}">
                <a16:creationId xmlns:a16="http://schemas.microsoft.com/office/drawing/2014/main" id="{4276D95A-B041-69B2-D885-573AB7D3C416}"/>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4" name="TextBox 3">
            <a:extLst>
              <a:ext uri="{FF2B5EF4-FFF2-40B4-BE49-F238E27FC236}">
                <a16:creationId xmlns:a16="http://schemas.microsoft.com/office/drawing/2014/main" id="{80E5048A-BAA0-3BE1-EB9D-9FCD8A262F19}"/>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latin typeface="Abadi" panose="020B0604020104020204" pitchFamily="34" charset="0"/>
              </a:rPr>
              <a:t>/</a:t>
            </a:r>
            <a:r>
              <a:rPr lang="en-GB" dirty="0">
                <a:solidFill>
                  <a:schemeClr val="accent6">
                    <a:lumMod val="60000"/>
                    <a:lumOff val="40000"/>
                  </a:schemeClr>
                </a:solidFill>
                <a:latin typeface="Abadi" panose="020B0604020104020204" pitchFamily="34" charset="0"/>
              </a:rPr>
              <a:t> stacked in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column</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than one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Only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a:t>
            </a:r>
            <a:r>
              <a:rPr lang="en-GB" dirty="0">
                <a:latin typeface="Abadi" panose="020B0604020104020204" pitchFamily="34" charset="0"/>
              </a:rPr>
              <a:t>observation per row</a:t>
            </a:r>
          </a:p>
          <a:p>
            <a:pPr marL="285750" indent="-285750">
              <a:buFont typeface="Arial" panose="020B0604020202020204" pitchFamily="34" charset="0"/>
              <a:buChar char="•"/>
            </a:pPr>
            <a:r>
              <a:rPr lang="en-GB" dirty="0">
                <a:solidFill>
                  <a:schemeClr val="bg1"/>
                </a:solidFill>
                <a:latin typeface="Abadi" panose="020B0604020104020204" pitchFamily="34" charset="0"/>
              </a:rPr>
              <a:t>More columns, fewer rows / Fewer columns, more rows</a:t>
            </a:r>
          </a:p>
          <a:p>
            <a:pPr marL="285750" indent="-285750">
              <a:buFont typeface="Arial" panose="020B0604020202020204" pitchFamily="34" charset="0"/>
              <a:buChar char="•"/>
            </a:pPr>
            <a:r>
              <a:rPr lang="en-GB" dirty="0">
                <a:solidFill>
                  <a:schemeClr val="bg1"/>
                </a:solidFill>
                <a:latin typeface="Abadi" panose="020B0604020104020204" pitchFamily="34" charset="0"/>
              </a:rPr>
              <a:t>Easy to </a:t>
            </a:r>
            <a:r>
              <a:rPr lang="en-GB" b="1" dirty="0">
                <a:solidFill>
                  <a:schemeClr val="bg1"/>
                </a:solidFill>
                <a:latin typeface="Abadi" panose="020B0604020104020204" pitchFamily="34" charset="0"/>
              </a:rPr>
              <a:t>read manually </a:t>
            </a:r>
            <a:r>
              <a:rPr lang="en-GB" dirty="0">
                <a:solidFill>
                  <a:schemeClr val="bg1"/>
                </a:solidFill>
                <a:latin typeface="Abadi" panose="020B0604020104020204" pitchFamily="34" charset="0"/>
              </a:rPr>
              <a:t>/ Easy to </a:t>
            </a:r>
            <a:r>
              <a:rPr lang="en-GB" b="1" dirty="0">
                <a:solidFill>
                  <a:schemeClr val="bg1"/>
                </a:solidFill>
                <a:latin typeface="Abadi" panose="020B0604020104020204" pitchFamily="34" charset="0"/>
              </a:rPr>
              <a:t>analyse</a:t>
            </a:r>
            <a:endParaRPr lang="en-DE" b="1" dirty="0">
              <a:solidFill>
                <a:schemeClr val="bg1"/>
              </a:solidFill>
              <a:latin typeface="Abadi" panose="020B0604020104020204" pitchFamily="34" charset="0"/>
            </a:endParaRPr>
          </a:p>
        </p:txBody>
      </p:sp>
    </p:spTree>
    <p:extLst>
      <p:ext uri="{BB962C8B-B14F-4D97-AF65-F5344CB8AC3E}">
        <p14:creationId xmlns:p14="http://schemas.microsoft.com/office/powerpoint/2010/main" val="41798715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6FB1D-3DF9-E143-D19D-437B84558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D8D71-CB95-7892-5B1B-4AF9EABCB4CE}"/>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4FB092A2-1183-EC18-CC2C-B9E0E6B84BC0}"/>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graphicFrame>
        <p:nvGraphicFramePr>
          <p:cNvPr id="8" name="Table 7">
            <a:extLst>
              <a:ext uri="{FF2B5EF4-FFF2-40B4-BE49-F238E27FC236}">
                <a16:creationId xmlns:a16="http://schemas.microsoft.com/office/drawing/2014/main" id="{B4747517-4362-405D-B8ED-650DBEC63396}"/>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4" name="TextBox 3">
            <a:extLst>
              <a:ext uri="{FF2B5EF4-FFF2-40B4-BE49-F238E27FC236}">
                <a16:creationId xmlns:a16="http://schemas.microsoft.com/office/drawing/2014/main" id="{14E37C0D-2F55-778E-5F17-85B881CD1C73}"/>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latin typeface="Abadi" panose="020B0604020104020204" pitchFamily="34" charset="0"/>
              </a:rPr>
              <a:t>/</a:t>
            </a:r>
            <a:r>
              <a:rPr lang="en-GB" dirty="0">
                <a:solidFill>
                  <a:schemeClr val="accent6">
                    <a:lumMod val="60000"/>
                    <a:lumOff val="40000"/>
                  </a:schemeClr>
                </a:solidFill>
                <a:latin typeface="Abadi" panose="020B0604020104020204" pitchFamily="34" charset="0"/>
              </a:rPr>
              <a:t> stacked in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column</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than one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Only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a:t>
            </a:r>
            <a:r>
              <a:rPr lang="en-GB" dirty="0">
                <a:latin typeface="Abadi" panose="020B0604020104020204" pitchFamily="34" charset="0"/>
              </a:rPr>
              <a:t>observation per row</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columns, fewer rows </a:t>
            </a:r>
            <a:r>
              <a:rPr lang="en-GB" dirty="0">
                <a:solidFill>
                  <a:schemeClr val="bg1"/>
                </a:solidFill>
                <a:latin typeface="Abadi" panose="020B0604020104020204" pitchFamily="34" charset="0"/>
              </a:rPr>
              <a:t>/ Fewer columns, more rows</a:t>
            </a:r>
          </a:p>
          <a:p>
            <a:pPr marL="285750" indent="-285750">
              <a:buFont typeface="Arial" panose="020B0604020202020204" pitchFamily="34" charset="0"/>
              <a:buChar char="•"/>
            </a:pPr>
            <a:r>
              <a:rPr lang="en-GB" dirty="0">
                <a:solidFill>
                  <a:schemeClr val="bg1"/>
                </a:solidFill>
                <a:latin typeface="Abadi" panose="020B0604020104020204" pitchFamily="34" charset="0"/>
              </a:rPr>
              <a:t>Easy to </a:t>
            </a:r>
            <a:r>
              <a:rPr lang="en-GB" b="1" dirty="0">
                <a:solidFill>
                  <a:schemeClr val="bg1"/>
                </a:solidFill>
                <a:latin typeface="Abadi" panose="020B0604020104020204" pitchFamily="34" charset="0"/>
              </a:rPr>
              <a:t>read manually </a:t>
            </a:r>
            <a:r>
              <a:rPr lang="en-GB" dirty="0">
                <a:solidFill>
                  <a:schemeClr val="bg1"/>
                </a:solidFill>
                <a:latin typeface="Abadi" panose="020B0604020104020204" pitchFamily="34" charset="0"/>
              </a:rPr>
              <a:t>/ Easy to </a:t>
            </a:r>
            <a:r>
              <a:rPr lang="en-GB" b="1" dirty="0">
                <a:solidFill>
                  <a:schemeClr val="bg1"/>
                </a:solidFill>
                <a:latin typeface="Abadi" panose="020B0604020104020204" pitchFamily="34" charset="0"/>
              </a:rPr>
              <a:t>analyse</a:t>
            </a:r>
            <a:endParaRPr lang="en-DE" b="1" dirty="0">
              <a:solidFill>
                <a:schemeClr val="bg1"/>
              </a:solidFill>
              <a:latin typeface="Abadi" panose="020B0604020104020204" pitchFamily="34" charset="0"/>
            </a:endParaRPr>
          </a:p>
        </p:txBody>
      </p:sp>
    </p:spTree>
    <p:extLst>
      <p:ext uri="{BB962C8B-B14F-4D97-AF65-F5344CB8AC3E}">
        <p14:creationId xmlns:p14="http://schemas.microsoft.com/office/powerpoint/2010/main" val="391197467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A2C9-F7BC-4427-3688-4A5FD4E24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0AA99-6DDB-6BB6-63B9-D88FBBF6083B}"/>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DDC6DF06-D165-217C-A21A-96C1BF5B4FE7}"/>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graphicFrame>
        <p:nvGraphicFramePr>
          <p:cNvPr id="8" name="Table 7">
            <a:extLst>
              <a:ext uri="{FF2B5EF4-FFF2-40B4-BE49-F238E27FC236}">
                <a16:creationId xmlns:a16="http://schemas.microsoft.com/office/drawing/2014/main" id="{ABE54E36-9EBB-83BE-2924-FC416DD76D10}"/>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3" name="TextBox 2">
            <a:extLst>
              <a:ext uri="{FF2B5EF4-FFF2-40B4-BE49-F238E27FC236}">
                <a16:creationId xmlns:a16="http://schemas.microsoft.com/office/drawing/2014/main" id="{5DC3647B-F116-B02F-90EC-33B585C33994}"/>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stacked in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column</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than one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Only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a:t>
            </a:r>
            <a:r>
              <a:rPr lang="en-GB" dirty="0">
                <a:latin typeface="Abadi" panose="020B0604020104020204" pitchFamily="34" charset="0"/>
              </a:rPr>
              <a:t>observation per row</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columns, fewer rows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Fewer columns, more rows</a:t>
            </a:r>
          </a:p>
          <a:p>
            <a:pPr marL="285750" indent="-285750">
              <a:buFont typeface="Arial" panose="020B0604020202020204" pitchFamily="34" charset="0"/>
              <a:buChar char="•"/>
            </a:pPr>
            <a:r>
              <a:rPr lang="en-GB" dirty="0">
                <a:solidFill>
                  <a:schemeClr val="bg1"/>
                </a:solidFill>
                <a:latin typeface="Abadi" panose="020B0604020104020204" pitchFamily="34" charset="0"/>
              </a:rPr>
              <a:t>Easy to </a:t>
            </a:r>
            <a:r>
              <a:rPr lang="en-GB" b="1" dirty="0">
                <a:solidFill>
                  <a:schemeClr val="bg1"/>
                </a:solidFill>
                <a:latin typeface="Abadi" panose="020B0604020104020204" pitchFamily="34" charset="0"/>
              </a:rPr>
              <a:t>read manually </a:t>
            </a:r>
            <a:r>
              <a:rPr lang="en-GB" dirty="0">
                <a:solidFill>
                  <a:schemeClr val="bg1"/>
                </a:solidFill>
                <a:latin typeface="Abadi" panose="020B0604020104020204" pitchFamily="34" charset="0"/>
              </a:rPr>
              <a:t>/ Easy to </a:t>
            </a:r>
            <a:r>
              <a:rPr lang="en-GB" b="1" dirty="0">
                <a:solidFill>
                  <a:schemeClr val="bg1"/>
                </a:solidFill>
                <a:latin typeface="Abadi" panose="020B0604020104020204" pitchFamily="34" charset="0"/>
              </a:rPr>
              <a:t>analyse</a:t>
            </a:r>
            <a:endParaRPr lang="en-DE" b="1" dirty="0">
              <a:solidFill>
                <a:schemeClr val="bg1"/>
              </a:solidFill>
              <a:latin typeface="Abadi" panose="020B0604020104020204" pitchFamily="34" charset="0"/>
            </a:endParaRPr>
          </a:p>
        </p:txBody>
      </p:sp>
    </p:spTree>
    <p:extLst>
      <p:ext uri="{BB962C8B-B14F-4D97-AF65-F5344CB8AC3E}">
        <p14:creationId xmlns:p14="http://schemas.microsoft.com/office/powerpoint/2010/main" val="16302249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A29C4-B1E5-51D7-C8D3-B003F1D3C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7BF52-2D8C-6E02-9909-DF49AC5DCFCB}"/>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69E7E862-892D-174A-3FEE-D00FA061B8F4}"/>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graphicFrame>
        <p:nvGraphicFramePr>
          <p:cNvPr id="8" name="Table 7">
            <a:extLst>
              <a:ext uri="{FF2B5EF4-FFF2-40B4-BE49-F238E27FC236}">
                <a16:creationId xmlns:a16="http://schemas.microsoft.com/office/drawing/2014/main" id="{2F67788B-B47B-0A71-4601-4152332DF418}"/>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3" name="TextBox 2">
            <a:extLst>
              <a:ext uri="{FF2B5EF4-FFF2-40B4-BE49-F238E27FC236}">
                <a16:creationId xmlns:a16="http://schemas.microsoft.com/office/drawing/2014/main" id="{B081ED73-87E6-A0FF-383D-B26BA57B6F94}"/>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stacked in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column</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than one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Only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a:t>
            </a:r>
            <a:r>
              <a:rPr lang="en-GB" dirty="0">
                <a:latin typeface="Abadi" panose="020B0604020104020204" pitchFamily="34" charset="0"/>
              </a:rPr>
              <a:t>observation per row</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columns, fewer rows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Fewer columns, more rows</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Easy to </a:t>
            </a:r>
            <a:r>
              <a:rPr lang="en-GB" b="1" dirty="0">
                <a:solidFill>
                  <a:schemeClr val="accent5">
                    <a:lumMod val="60000"/>
                    <a:lumOff val="40000"/>
                  </a:schemeClr>
                </a:solidFill>
                <a:latin typeface="Abadi" panose="020B0604020104020204" pitchFamily="34" charset="0"/>
              </a:rPr>
              <a:t>read manually</a:t>
            </a:r>
            <a:endParaRPr lang="en-DE" b="1" dirty="0">
              <a:solidFill>
                <a:schemeClr val="accent6">
                  <a:lumMod val="60000"/>
                  <a:lumOff val="40000"/>
                </a:schemeClr>
              </a:solidFill>
              <a:latin typeface="Abadi" panose="020B0604020104020204" pitchFamily="34" charset="0"/>
            </a:endParaRPr>
          </a:p>
        </p:txBody>
      </p:sp>
    </p:spTree>
    <p:extLst>
      <p:ext uri="{BB962C8B-B14F-4D97-AF65-F5344CB8AC3E}">
        <p14:creationId xmlns:p14="http://schemas.microsoft.com/office/powerpoint/2010/main" val="200722870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125F1-86CB-6BDD-F3D5-C26B07522E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60B40-36D0-DCDF-440E-01C12849F6FB}"/>
              </a:ext>
            </a:extLst>
          </p:cNvPr>
          <p:cNvSpPr>
            <a:spLocks noGrp="1"/>
          </p:cNvSpPr>
          <p:nvPr>
            <p:ph type="title"/>
          </p:nvPr>
        </p:nvSpPr>
        <p:spPr/>
        <p:txBody>
          <a:bodyPr/>
          <a:lstStyle/>
          <a:p>
            <a:r>
              <a:rPr lang="en-GB" dirty="0">
                <a:latin typeface="Abadi" panose="020B0604020104020204" pitchFamily="34" charset="0"/>
              </a:rPr>
              <a:t>Wide vs. long format</a:t>
            </a:r>
            <a:endParaRPr lang="en-DE" dirty="0">
              <a:latin typeface="Abadi" panose="020B0604020104020204" pitchFamily="34" charset="0"/>
            </a:endParaRPr>
          </a:p>
        </p:txBody>
      </p:sp>
      <p:graphicFrame>
        <p:nvGraphicFramePr>
          <p:cNvPr id="7" name="Table 6">
            <a:extLst>
              <a:ext uri="{FF2B5EF4-FFF2-40B4-BE49-F238E27FC236}">
                <a16:creationId xmlns:a16="http://schemas.microsoft.com/office/drawing/2014/main" id="{DBC451EF-5C2F-AA45-8AF5-3134FF9C5C0A}"/>
              </a:ext>
            </a:extLst>
          </p:cNvPr>
          <p:cNvGraphicFramePr>
            <a:graphicFrameLocks noGrp="1"/>
          </p:cNvGraphicFramePr>
          <p:nvPr/>
        </p:nvGraphicFramePr>
        <p:xfrm>
          <a:off x="838200" y="1946486"/>
          <a:ext cx="5830824" cy="1854200"/>
        </p:xfrm>
        <a:graphic>
          <a:graphicData uri="http://schemas.openxmlformats.org/drawingml/2006/table">
            <a:tbl>
              <a:tblPr firstRow="1" bandRow="1">
                <a:tableStyleId>{5FD0F851-EC5A-4D38-B0AD-8093EC10F338}</a:tableStyleId>
              </a:tblPr>
              <a:tblGrid>
                <a:gridCol w="1173480">
                  <a:extLst>
                    <a:ext uri="{9D8B030D-6E8A-4147-A177-3AD203B41FA5}">
                      <a16:colId xmlns:a16="http://schemas.microsoft.com/office/drawing/2014/main" val="3951287507"/>
                    </a:ext>
                  </a:extLst>
                </a:gridCol>
                <a:gridCol w="1194816">
                  <a:extLst>
                    <a:ext uri="{9D8B030D-6E8A-4147-A177-3AD203B41FA5}">
                      <a16:colId xmlns:a16="http://schemas.microsoft.com/office/drawing/2014/main" val="4253713697"/>
                    </a:ext>
                  </a:extLst>
                </a:gridCol>
                <a:gridCol w="1511808">
                  <a:extLst>
                    <a:ext uri="{9D8B030D-6E8A-4147-A177-3AD203B41FA5}">
                      <a16:colId xmlns:a16="http://schemas.microsoft.com/office/drawing/2014/main" val="2657119975"/>
                    </a:ext>
                  </a:extLst>
                </a:gridCol>
                <a:gridCol w="1950720">
                  <a:extLst>
                    <a:ext uri="{9D8B030D-6E8A-4147-A177-3AD203B41FA5}">
                      <a16:colId xmlns:a16="http://schemas.microsoft.com/office/drawing/2014/main" val="3303975317"/>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Sleep_score</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Depression_score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bl>
          </a:graphicData>
        </a:graphic>
      </p:graphicFrame>
      <p:graphicFrame>
        <p:nvGraphicFramePr>
          <p:cNvPr id="8" name="Table 7">
            <a:extLst>
              <a:ext uri="{FF2B5EF4-FFF2-40B4-BE49-F238E27FC236}">
                <a16:creationId xmlns:a16="http://schemas.microsoft.com/office/drawing/2014/main" id="{F28D9B1D-E80F-B9FF-C0FE-A300C00C9AAD}"/>
              </a:ext>
            </a:extLst>
          </p:cNvPr>
          <p:cNvGraphicFramePr>
            <a:graphicFrameLocks noGrp="1"/>
          </p:cNvGraphicFramePr>
          <p:nvPr/>
        </p:nvGraphicFramePr>
        <p:xfrm>
          <a:off x="7959716" y="1390226"/>
          <a:ext cx="3394084" cy="4820920"/>
        </p:xfrm>
        <a:graphic>
          <a:graphicData uri="http://schemas.openxmlformats.org/drawingml/2006/table">
            <a:tbl>
              <a:tblPr firstRow="1" bandRow="1">
                <a:tableStyleId>{68D230F3-CF80-4859-8CE7-A43EE81993B5}</a:tableStyleId>
              </a:tblPr>
              <a:tblGrid>
                <a:gridCol w="1173600">
                  <a:extLst>
                    <a:ext uri="{9D8B030D-6E8A-4147-A177-3AD203B41FA5}">
                      <a16:colId xmlns:a16="http://schemas.microsoft.com/office/drawing/2014/main" val="3951287507"/>
                    </a:ext>
                  </a:extLst>
                </a:gridCol>
                <a:gridCol w="1306084">
                  <a:extLst>
                    <a:ext uri="{9D8B030D-6E8A-4147-A177-3AD203B41FA5}">
                      <a16:colId xmlns:a16="http://schemas.microsoft.com/office/drawing/2014/main" val="4253713697"/>
                    </a:ext>
                  </a:extLst>
                </a:gridCol>
                <a:gridCol w="914400">
                  <a:extLst>
                    <a:ext uri="{9D8B030D-6E8A-4147-A177-3AD203B41FA5}">
                      <a16:colId xmlns:a16="http://schemas.microsoft.com/office/drawing/2014/main" val="2657119975"/>
                    </a:ext>
                  </a:extLst>
                </a:gridCol>
              </a:tblGrid>
              <a:tr h="370840">
                <a:tc>
                  <a:txBody>
                    <a:bodyPr/>
                    <a:lstStyle/>
                    <a:p>
                      <a:pPr algn="ctr"/>
                      <a:r>
                        <a:rPr lang="en-GB" sz="1800" b="0" dirty="0">
                          <a:latin typeface="Abadi" panose="020B0604020104020204" pitchFamily="34" charset="0"/>
                        </a:rPr>
                        <a:t>SubjectID</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Test</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Score</a:t>
                      </a:r>
                      <a:endParaRPr lang="en-DE" sz="1800" b="0" dirty="0">
                        <a:latin typeface="Abadi" panose="020B0604020104020204" pitchFamily="34" charset="0"/>
                      </a:endParaRPr>
                    </a:p>
                  </a:txBody>
                  <a:tcPr/>
                </a:tc>
                <a:extLst>
                  <a:ext uri="{0D108BD9-81ED-4DB2-BD59-A6C34878D82A}">
                    <a16:rowId xmlns:a16="http://schemas.microsoft.com/office/drawing/2014/main" val="1922558888"/>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88</a:t>
                      </a:r>
                      <a:endParaRPr lang="en-DE" sz="1800" b="0" dirty="0">
                        <a:latin typeface="Abadi" panose="020B0604020104020204" pitchFamily="34" charset="0"/>
                      </a:endParaRPr>
                    </a:p>
                  </a:txBody>
                  <a:tcPr/>
                </a:tc>
                <a:extLst>
                  <a:ext uri="{0D108BD9-81ED-4DB2-BD59-A6C34878D82A}">
                    <a16:rowId xmlns:a16="http://schemas.microsoft.com/office/drawing/2014/main" val="2959228144"/>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14</a:t>
                      </a:r>
                      <a:endParaRPr lang="en-DE" sz="1800" b="0" dirty="0">
                        <a:latin typeface="Abadi" panose="020B0604020104020204" pitchFamily="34" charset="0"/>
                      </a:endParaRPr>
                    </a:p>
                  </a:txBody>
                  <a:tcPr/>
                </a:tc>
                <a:extLst>
                  <a:ext uri="{0D108BD9-81ED-4DB2-BD59-A6C34878D82A}">
                    <a16:rowId xmlns:a16="http://schemas.microsoft.com/office/drawing/2014/main" val="782668212"/>
                  </a:ext>
                </a:extLst>
              </a:tr>
              <a:tr h="370840">
                <a:tc>
                  <a:txBody>
                    <a:bodyPr/>
                    <a:lstStyle/>
                    <a:p>
                      <a:pPr algn="ctr"/>
                      <a:r>
                        <a:rPr lang="en-GB" sz="1800" b="0" dirty="0">
                          <a:latin typeface="Abadi" panose="020B0604020104020204" pitchFamily="34" charset="0"/>
                        </a:rPr>
                        <a:t>1</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10</a:t>
                      </a:r>
                      <a:endParaRPr lang="en-DE" sz="1800" b="0" dirty="0">
                        <a:latin typeface="Abadi" panose="020B0604020104020204" pitchFamily="34" charset="0"/>
                      </a:endParaRPr>
                    </a:p>
                  </a:txBody>
                  <a:tcPr/>
                </a:tc>
                <a:extLst>
                  <a:ext uri="{0D108BD9-81ED-4DB2-BD59-A6C34878D82A}">
                    <a16:rowId xmlns:a16="http://schemas.microsoft.com/office/drawing/2014/main" val="3235861550"/>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91</a:t>
                      </a:r>
                      <a:endParaRPr lang="en-DE" sz="1800" b="0" dirty="0">
                        <a:latin typeface="Abadi" panose="020B0604020104020204" pitchFamily="34" charset="0"/>
                      </a:endParaRPr>
                    </a:p>
                  </a:txBody>
                  <a:tcPr/>
                </a:tc>
                <a:extLst>
                  <a:ext uri="{0D108BD9-81ED-4DB2-BD59-A6C34878D82A}">
                    <a16:rowId xmlns:a16="http://schemas.microsoft.com/office/drawing/2014/main" val="1086763992"/>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16</a:t>
                      </a:r>
                      <a:endParaRPr lang="en-DE" sz="1800" b="0" dirty="0">
                        <a:latin typeface="Abadi" panose="020B0604020104020204" pitchFamily="34" charset="0"/>
                      </a:endParaRPr>
                    </a:p>
                  </a:txBody>
                  <a:tcPr/>
                </a:tc>
                <a:extLst>
                  <a:ext uri="{0D108BD9-81ED-4DB2-BD59-A6C34878D82A}">
                    <a16:rowId xmlns:a16="http://schemas.microsoft.com/office/drawing/2014/main" val="474405979"/>
                  </a:ext>
                </a:extLst>
              </a:tr>
              <a:tr h="370840">
                <a:tc>
                  <a:txBody>
                    <a:bodyPr/>
                    <a:lstStyle/>
                    <a:p>
                      <a:pPr algn="ctr"/>
                      <a:r>
                        <a:rPr lang="en-GB" sz="1800" b="0" dirty="0">
                          <a:latin typeface="Abadi" panose="020B0604020104020204" pitchFamily="34" charset="0"/>
                        </a:rPr>
                        <a:t>2</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15</a:t>
                      </a:r>
                      <a:endParaRPr lang="en-DE" sz="1800" b="0" dirty="0">
                        <a:latin typeface="Abadi" panose="020B0604020104020204" pitchFamily="34" charset="0"/>
                      </a:endParaRPr>
                    </a:p>
                  </a:txBody>
                  <a:tcPr/>
                </a:tc>
                <a:extLst>
                  <a:ext uri="{0D108BD9-81ED-4DB2-BD59-A6C34878D82A}">
                    <a16:rowId xmlns:a16="http://schemas.microsoft.com/office/drawing/2014/main" val="2188667720"/>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p>
                  </a:txBody>
                  <a:tcPr/>
                </a:tc>
                <a:tc>
                  <a:txBody>
                    <a:bodyPr/>
                    <a:lstStyle/>
                    <a:p>
                      <a:pPr algn="ctr"/>
                      <a:r>
                        <a:rPr lang="en-GB" sz="1800" b="0" dirty="0">
                          <a:latin typeface="Abadi" panose="020B0604020104020204" pitchFamily="34" charset="0"/>
                        </a:rPr>
                        <a:t>30</a:t>
                      </a:r>
                      <a:endParaRPr lang="en-DE" sz="1800" b="0" dirty="0">
                        <a:latin typeface="Abadi" panose="020B0604020104020204" pitchFamily="34" charset="0"/>
                      </a:endParaRPr>
                    </a:p>
                  </a:txBody>
                  <a:tcPr/>
                </a:tc>
                <a:extLst>
                  <a:ext uri="{0D108BD9-81ED-4DB2-BD59-A6C34878D82A}">
                    <a16:rowId xmlns:a16="http://schemas.microsoft.com/office/drawing/2014/main" val="3123037899"/>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20</a:t>
                      </a:r>
                      <a:endParaRPr lang="en-DE" sz="1800" b="0" dirty="0">
                        <a:latin typeface="Abadi" panose="020B0604020104020204" pitchFamily="34" charset="0"/>
                      </a:endParaRPr>
                    </a:p>
                  </a:txBody>
                  <a:tcPr/>
                </a:tc>
                <a:extLst>
                  <a:ext uri="{0D108BD9-81ED-4DB2-BD59-A6C34878D82A}">
                    <a16:rowId xmlns:a16="http://schemas.microsoft.com/office/drawing/2014/main" val="3520915664"/>
                  </a:ext>
                </a:extLst>
              </a:tr>
              <a:tr h="370840">
                <a:tc>
                  <a:txBody>
                    <a:bodyPr/>
                    <a:lstStyle/>
                    <a:p>
                      <a:pPr algn="ctr"/>
                      <a:r>
                        <a:rPr lang="en-GB" sz="1800" b="0" dirty="0">
                          <a:latin typeface="Abadi" panose="020B0604020104020204" pitchFamily="34" charset="0"/>
                        </a:rPr>
                        <a:t>3</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87</a:t>
                      </a:r>
                      <a:endParaRPr lang="en-DE" sz="1800" b="0" dirty="0">
                        <a:latin typeface="Abadi" panose="020B0604020104020204" pitchFamily="34" charset="0"/>
                      </a:endParaRPr>
                    </a:p>
                  </a:txBody>
                  <a:tcPr/>
                </a:tc>
                <a:extLst>
                  <a:ext uri="{0D108BD9-81ED-4DB2-BD59-A6C34878D82A}">
                    <a16:rowId xmlns:a16="http://schemas.microsoft.com/office/drawing/2014/main" val="3628046417"/>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WM</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56</a:t>
                      </a:r>
                      <a:endParaRPr lang="en-DE" sz="1800" b="0" dirty="0">
                        <a:latin typeface="Abadi" panose="020B0604020104020204" pitchFamily="34" charset="0"/>
                      </a:endParaRPr>
                    </a:p>
                  </a:txBody>
                  <a:tcPr/>
                </a:tc>
                <a:extLst>
                  <a:ext uri="{0D108BD9-81ED-4DB2-BD59-A6C34878D82A}">
                    <a16:rowId xmlns:a16="http://schemas.microsoft.com/office/drawing/2014/main" val="748539126"/>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Sleep</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17</a:t>
                      </a:r>
                      <a:endParaRPr lang="en-DE" sz="1800" b="0" dirty="0">
                        <a:latin typeface="Abadi" panose="020B0604020104020204" pitchFamily="34" charset="0"/>
                      </a:endParaRPr>
                    </a:p>
                  </a:txBody>
                  <a:tcPr/>
                </a:tc>
                <a:extLst>
                  <a:ext uri="{0D108BD9-81ED-4DB2-BD59-A6C34878D82A}">
                    <a16:rowId xmlns:a16="http://schemas.microsoft.com/office/drawing/2014/main" val="582821228"/>
                  </a:ext>
                </a:extLst>
              </a:tr>
              <a:tr h="370840">
                <a:tc>
                  <a:txBody>
                    <a:bodyPr/>
                    <a:lstStyle/>
                    <a:p>
                      <a:pPr algn="ctr"/>
                      <a:r>
                        <a:rPr lang="en-GB" sz="1800" b="0" dirty="0">
                          <a:latin typeface="Abadi" panose="020B0604020104020204" pitchFamily="34" charset="0"/>
                        </a:rPr>
                        <a:t>4</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Depression</a:t>
                      </a:r>
                      <a:endParaRPr lang="en-DE" sz="1800" b="0" dirty="0">
                        <a:latin typeface="Abadi" panose="020B0604020104020204" pitchFamily="34" charset="0"/>
                      </a:endParaRPr>
                    </a:p>
                  </a:txBody>
                  <a:tcPr/>
                </a:tc>
                <a:tc>
                  <a:txBody>
                    <a:bodyPr/>
                    <a:lstStyle/>
                    <a:p>
                      <a:pPr algn="ctr"/>
                      <a:r>
                        <a:rPr lang="en-GB" sz="1800" b="0" dirty="0">
                          <a:latin typeface="Abadi" panose="020B0604020104020204" pitchFamily="34" charset="0"/>
                        </a:rPr>
                        <a:t>60</a:t>
                      </a:r>
                      <a:endParaRPr lang="en-DE" sz="1800" b="0" dirty="0">
                        <a:latin typeface="Abadi" panose="020B0604020104020204" pitchFamily="34" charset="0"/>
                      </a:endParaRPr>
                    </a:p>
                  </a:txBody>
                  <a:tcPr/>
                </a:tc>
                <a:extLst>
                  <a:ext uri="{0D108BD9-81ED-4DB2-BD59-A6C34878D82A}">
                    <a16:rowId xmlns:a16="http://schemas.microsoft.com/office/drawing/2014/main" val="2453832060"/>
                  </a:ext>
                </a:extLst>
              </a:tr>
            </a:tbl>
          </a:graphicData>
        </a:graphic>
      </p:graphicFrame>
      <p:sp>
        <p:nvSpPr>
          <p:cNvPr id="3" name="TextBox 2">
            <a:extLst>
              <a:ext uri="{FF2B5EF4-FFF2-40B4-BE49-F238E27FC236}">
                <a16:creationId xmlns:a16="http://schemas.microsoft.com/office/drawing/2014/main" id="{03294582-73BA-1E73-53F5-E5B423C468B3}"/>
              </a:ext>
            </a:extLst>
          </p:cNvPr>
          <p:cNvSpPr txBox="1"/>
          <p:nvPr/>
        </p:nvSpPr>
        <p:spPr>
          <a:xfrm>
            <a:off x="606552" y="4376928"/>
            <a:ext cx="6818376"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Abadi" panose="020B0604020104020204" pitchFamily="34" charset="0"/>
              </a:rPr>
              <a:t>Repeated measures </a:t>
            </a:r>
            <a:r>
              <a:rPr lang="en-GB" dirty="0">
                <a:solidFill>
                  <a:schemeClr val="accent5">
                    <a:lumMod val="60000"/>
                    <a:lumOff val="40000"/>
                  </a:schemeClr>
                </a:solidFill>
                <a:latin typeface="Abadi" panose="020B0604020104020204" pitchFamily="34" charset="0"/>
              </a:rPr>
              <a:t>in separate columns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stacked in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column</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than one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Only </a:t>
            </a:r>
            <a:r>
              <a:rPr lang="en-GB" b="1" dirty="0">
                <a:solidFill>
                  <a:schemeClr val="accent6">
                    <a:lumMod val="60000"/>
                    <a:lumOff val="40000"/>
                  </a:schemeClr>
                </a:solidFill>
                <a:latin typeface="Abadi" panose="020B0604020104020204" pitchFamily="34" charset="0"/>
              </a:rPr>
              <a:t>one</a:t>
            </a:r>
            <a:r>
              <a:rPr lang="en-GB" dirty="0">
                <a:solidFill>
                  <a:schemeClr val="accent6">
                    <a:lumMod val="60000"/>
                    <a:lumOff val="40000"/>
                  </a:schemeClr>
                </a:solidFill>
                <a:latin typeface="Abadi" panose="020B0604020104020204" pitchFamily="34" charset="0"/>
              </a:rPr>
              <a:t> </a:t>
            </a:r>
            <a:r>
              <a:rPr lang="en-GB" dirty="0">
                <a:latin typeface="Abadi" panose="020B0604020104020204" pitchFamily="34" charset="0"/>
              </a:rPr>
              <a:t>observation per row</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More columns, fewer rows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Fewer columns, more rows</a:t>
            </a:r>
          </a:p>
          <a:p>
            <a:pPr marL="285750" indent="-285750">
              <a:buFont typeface="Arial" panose="020B0604020202020204" pitchFamily="34" charset="0"/>
              <a:buChar char="•"/>
            </a:pPr>
            <a:r>
              <a:rPr lang="en-GB" dirty="0">
                <a:solidFill>
                  <a:schemeClr val="accent5">
                    <a:lumMod val="60000"/>
                    <a:lumOff val="40000"/>
                  </a:schemeClr>
                </a:solidFill>
                <a:latin typeface="Abadi" panose="020B0604020104020204" pitchFamily="34" charset="0"/>
              </a:rPr>
              <a:t>Easy to </a:t>
            </a:r>
            <a:r>
              <a:rPr lang="en-GB" b="1" dirty="0">
                <a:solidFill>
                  <a:schemeClr val="accent5">
                    <a:lumMod val="60000"/>
                    <a:lumOff val="40000"/>
                  </a:schemeClr>
                </a:solidFill>
                <a:latin typeface="Abadi" panose="020B0604020104020204" pitchFamily="34" charset="0"/>
              </a:rPr>
              <a:t>read manually </a:t>
            </a:r>
            <a:r>
              <a:rPr lang="en-GB" dirty="0">
                <a:latin typeface="Abadi" panose="020B0604020104020204" pitchFamily="34" charset="0"/>
              </a:rPr>
              <a:t>/ </a:t>
            </a:r>
            <a:r>
              <a:rPr lang="en-GB" dirty="0">
                <a:solidFill>
                  <a:schemeClr val="accent6">
                    <a:lumMod val="60000"/>
                    <a:lumOff val="40000"/>
                  </a:schemeClr>
                </a:solidFill>
                <a:latin typeface="Abadi" panose="020B0604020104020204" pitchFamily="34" charset="0"/>
              </a:rPr>
              <a:t>Easy to </a:t>
            </a:r>
            <a:r>
              <a:rPr lang="en-GB" b="1" dirty="0">
                <a:solidFill>
                  <a:schemeClr val="accent6">
                    <a:lumMod val="60000"/>
                    <a:lumOff val="40000"/>
                  </a:schemeClr>
                </a:solidFill>
                <a:latin typeface="Abadi" panose="020B0604020104020204" pitchFamily="34" charset="0"/>
              </a:rPr>
              <a:t>analyse</a:t>
            </a:r>
            <a:endParaRPr lang="en-DE" b="1" dirty="0">
              <a:solidFill>
                <a:schemeClr val="accent6">
                  <a:lumMod val="60000"/>
                  <a:lumOff val="40000"/>
                </a:schemeClr>
              </a:solidFill>
              <a:latin typeface="Abadi" panose="020B0604020104020204" pitchFamily="34" charset="0"/>
            </a:endParaRPr>
          </a:p>
        </p:txBody>
      </p:sp>
    </p:spTree>
    <p:extLst>
      <p:ext uri="{BB962C8B-B14F-4D97-AF65-F5344CB8AC3E}">
        <p14:creationId xmlns:p14="http://schemas.microsoft.com/office/powerpoint/2010/main" val="391647652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D9BA4-394B-E639-4361-69EE37720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CBB80-44E8-64F9-5AA5-3EDCF60624E9}"/>
              </a:ext>
            </a:extLst>
          </p:cNvPr>
          <p:cNvSpPr>
            <a:spLocks noGrp="1"/>
          </p:cNvSpPr>
          <p:nvPr>
            <p:ph type="title"/>
          </p:nvPr>
        </p:nvSpPr>
        <p:spPr/>
        <p:txBody>
          <a:bodyPr/>
          <a:lstStyle/>
          <a:p>
            <a:r>
              <a:rPr lang="en-GB" dirty="0">
                <a:latin typeface="Abadi" panose="020B0604020104020204" pitchFamily="34" charset="0"/>
              </a:rPr>
              <a:t>Writing a report</a:t>
            </a:r>
            <a:endParaRPr lang="en-DE" dirty="0">
              <a:latin typeface="Abadi" panose="020B0604020104020204" pitchFamily="34" charset="0"/>
            </a:endParaRPr>
          </a:p>
        </p:txBody>
      </p:sp>
      <p:sp>
        <p:nvSpPr>
          <p:cNvPr id="4" name="Content Placeholder 2">
            <a:extLst>
              <a:ext uri="{FF2B5EF4-FFF2-40B4-BE49-F238E27FC236}">
                <a16:creationId xmlns:a16="http://schemas.microsoft.com/office/drawing/2014/main" id="{28E58AC6-0104-C487-D9D3-F2BF544FD612}"/>
              </a:ext>
            </a:extLst>
          </p:cNvPr>
          <p:cNvSpPr>
            <a:spLocks noGrp="1"/>
          </p:cNvSpPr>
          <p:nvPr>
            <p:ph idx="1"/>
          </p:nvPr>
        </p:nvSpPr>
        <p:spPr>
          <a:xfrm>
            <a:off x="838200" y="1825625"/>
            <a:ext cx="10515600" cy="4351338"/>
          </a:xfrm>
        </p:spPr>
        <p:txBody>
          <a:bodyPr>
            <a:normAutofit fontScale="92500" lnSpcReduction="10000"/>
          </a:bodyPr>
          <a:lstStyle/>
          <a:p>
            <a:pPr>
              <a:spcBef>
                <a:spcPts val="0"/>
              </a:spcBef>
              <a:spcAft>
                <a:spcPts val="600"/>
              </a:spcAft>
            </a:pPr>
            <a:r>
              <a:rPr lang="en-GB" sz="2400" b="1" dirty="0">
                <a:latin typeface="Abadi" panose="020B0604020104020204" pitchFamily="34" charset="0"/>
              </a:rPr>
              <a:t>Microsoft Word &amp; PowerPoint</a:t>
            </a:r>
          </a:p>
          <a:p>
            <a:pPr lvl="1"/>
            <a:r>
              <a:rPr lang="en-GB" sz="2200" dirty="0">
                <a:latin typeface="Abadi" panose="020B0604020104020204" pitchFamily="34" charset="0"/>
              </a:rPr>
              <a:t>Difficult to avoid as still required by publishers and supervisors</a:t>
            </a:r>
          </a:p>
          <a:p>
            <a:pPr>
              <a:spcAft>
                <a:spcPts val="600"/>
              </a:spcAft>
            </a:pPr>
            <a:r>
              <a:rPr lang="en-GB" sz="2400" b="1" dirty="0">
                <a:latin typeface="Abadi" panose="020B0604020104020204" pitchFamily="34" charset="0"/>
              </a:rPr>
              <a:t>Google Doc</a:t>
            </a:r>
          </a:p>
          <a:p>
            <a:pPr lvl="1"/>
            <a:r>
              <a:rPr lang="en-GB" sz="2200" dirty="0">
                <a:latin typeface="Abadi" panose="020B0604020104020204" pitchFamily="34" charset="0"/>
              </a:rPr>
              <a:t>Excellent for real-time collaboration &amp; track changes</a:t>
            </a:r>
          </a:p>
          <a:p>
            <a:pPr lvl="1"/>
            <a:r>
              <a:rPr lang="en-GB" sz="2200" dirty="0">
                <a:latin typeface="Abadi" panose="020B0604020104020204" pitchFamily="34" charset="0"/>
              </a:rPr>
              <a:t>Intuitive to use and share</a:t>
            </a:r>
          </a:p>
          <a:p>
            <a:pPr>
              <a:spcAft>
                <a:spcPts val="600"/>
              </a:spcAft>
            </a:pPr>
            <a:r>
              <a:rPr lang="en-GB" sz="2400" b="1" dirty="0">
                <a:latin typeface="Abadi" panose="020B0604020104020204" pitchFamily="34" charset="0"/>
              </a:rPr>
              <a:t>LaTeX</a:t>
            </a:r>
          </a:p>
          <a:p>
            <a:pPr lvl="1"/>
            <a:r>
              <a:rPr lang="en-GB" sz="2200" dirty="0">
                <a:latin typeface="Abadi" panose="020B0604020104020204" pitchFamily="34" charset="0"/>
              </a:rPr>
              <a:t>Ideal for academic (articles, theses) &amp; technical writing</a:t>
            </a:r>
          </a:p>
          <a:p>
            <a:pPr lvl="1"/>
            <a:r>
              <a:rPr lang="en-GB" sz="2200" dirty="0">
                <a:latin typeface="Abadi" panose="020B0604020104020204" pitchFamily="34" charset="0"/>
              </a:rPr>
              <a:t>Professional typesetting, esp. for complex formatting</a:t>
            </a:r>
          </a:p>
          <a:p>
            <a:pPr lvl="1"/>
            <a:r>
              <a:rPr lang="en-GB" sz="2200" dirty="0">
                <a:latin typeface="Abadi" panose="020B0604020104020204" pitchFamily="34" charset="0"/>
              </a:rPr>
              <a:t>Style &amp; content are separate</a:t>
            </a:r>
          </a:p>
          <a:p>
            <a:pPr lvl="1"/>
            <a:r>
              <a:rPr lang="en-GB" sz="2200" dirty="0">
                <a:latin typeface="Abadi" panose="020B0604020104020204" pitchFamily="34" charset="0"/>
              </a:rPr>
              <a:t>Version-control friendly</a:t>
            </a:r>
          </a:p>
          <a:p>
            <a:pPr lvl="1"/>
            <a:r>
              <a:rPr lang="en-GB" sz="2200" dirty="0">
                <a:latin typeface="Abadi" panose="020B0604020104020204" pitchFamily="34" charset="0"/>
              </a:rPr>
              <a:t>Easy collaboration through Overleaf</a:t>
            </a:r>
          </a:p>
          <a:p>
            <a:pPr lvl="1"/>
            <a:r>
              <a:rPr lang="en-GB" sz="2200" dirty="0">
                <a:latin typeface="Abadi" panose="020B0604020104020204" pitchFamily="34" charset="0"/>
              </a:rPr>
              <a:t>However, steep learning curve &amp; not ideal for quick, informal documents</a:t>
            </a:r>
          </a:p>
          <a:p>
            <a:pPr lvl="1"/>
            <a:endParaRPr lang="en-DE" dirty="0"/>
          </a:p>
        </p:txBody>
      </p:sp>
    </p:spTree>
    <p:extLst>
      <p:ext uri="{BB962C8B-B14F-4D97-AF65-F5344CB8AC3E}">
        <p14:creationId xmlns:p14="http://schemas.microsoft.com/office/powerpoint/2010/main" val="401544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99DD8-B0D5-1DE8-FBDD-97B947BFE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F2640-D2AA-8141-3E32-816F8C6C98DD}"/>
              </a:ext>
            </a:extLst>
          </p:cNvPr>
          <p:cNvSpPr>
            <a:spLocks noGrp="1"/>
          </p:cNvSpPr>
          <p:nvPr>
            <p:ph type="title"/>
          </p:nvPr>
        </p:nvSpPr>
        <p:spPr/>
        <p:txBody>
          <a:bodyPr/>
          <a:lstStyle/>
          <a:p>
            <a:r>
              <a:rPr lang="en-GB" dirty="0">
                <a:latin typeface="Abadi" panose="020B0604020104020204" pitchFamily="34" charset="0"/>
              </a:rPr>
              <a:t>Writing a report</a:t>
            </a:r>
            <a:endParaRPr lang="en-DE" dirty="0">
              <a:latin typeface="Abadi" panose="020B0604020104020204" pitchFamily="34" charset="0"/>
            </a:endParaRPr>
          </a:p>
        </p:txBody>
      </p:sp>
      <p:sp>
        <p:nvSpPr>
          <p:cNvPr id="4" name="Content Placeholder 2">
            <a:extLst>
              <a:ext uri="{FF2B5EF4-FFF2-40B4-BE49-F238E27FC236}">
                <a16:creationId xmlns:a16="http://schemas.microsoft.com/office/drawing/2014/main" id="{12436A02-CA6B-E516-5244-C39F3315DAED}"/>
              </a:ext>
            </a:extLst>
          </p:cNvPr>
          <p:cNvSpPr>
            <a:spLocks noGrp="1"/>
          </p:cNvSpPr>
          <p:nvPr>
            <p:ph idx="1"/>
          </p:nvPr>
        </p:nvSpPr>
        <p:spPr>
          <a:xfrm>
            <a:off x="838200" y="1825625"/>
            <a:ext cx="10515600" cy="4351338"/>
          </a:xfrm>
        </p:spPr>
        <p:txBody>
          <a:bodyPr>
            <a:normAutofit/>
          </a:bodyPr>
          <a:lstStyle/>
          <a:p>
            <a:pPr>
              <a:spcBef>
                <a:spcPts val="0"/>
              </a:spcBef>
              <a:spcAft>
                <a:spcPts val="600"/>
              </a:spcAft>
            </a:pPr>
            <a:r>
              <a:rPr lang="en-GB" sz="2400" b="1" dirty="0">
                <a:latin typeface="Abadi" panose="020B0604020104020204" pitchFamily="34" charset="0"/>
              </a:rPr>
              <a:t>R Markdown</a:t>
            </a:r>
          </a:p>
          <a:p>
            <a:pPr lvl="1"/>
            <a:r>
              <a:rPr lang="en-GB" sz="2000" dirty="0">
                <a:latin typeface="Abadi" panose="020B0604020104020204" pitchFamily="34" charset="0"/>
              </a:rPr>
              <a:t>Uses the same </a:t>
            </a:r>
            <a:r>
              <a:rPr lang="en-GB" sz="2000" dirty="0" err="1">
                <a:latin typeface="Abadi" panose="020B0604020104020204" pitchFamily="34" charset="0"/>
              </a:rPr>
              <a:t>TeX</a:t>
            </a:r>
            <a:r>
              <a:rPr lang="en-GB" sz="2000" dirty="0">
                <a:latin typeface="Abadi" panose="020B0604020104020204" pitchFamily="34" charset="0"/>
              </a:rPr>
              <a:t> engine as LaTeX when rendering to PDF</a:t>
            </a:r>
          </a:p>
          <a:p>
            <a:pPr lvl="1"/>
            <a:r>
              <a:rPr lang="en-GB" sz="2000" dirty="0">
                <a:latin typeface="Abadi" panose="020B0604020104020204" pitchFamily="34" charset="0"/>
              </a:rPr>
              <a:t>Combines text, code, and output in a single, integrated document</a:t>
            </a:r>
          </a:p>
          <a:p>
            <a:pPr lvl="1"/>
            <a:r>
              <a:rPr lang="en-GB" sz="2000" dirty="0">
                <a:latin typeface="Abadi" panose="020B0604020104020204" pitchFamily="34" charset="0"/>
              </a:rPr>
              <a:t>Automatically updates results if data or analysis changes</a:t>
            </a:r>
          </a:p>
          <a:p>
            <a:pPr lvl="1"/>
            <a:r>
              <a:rPr lang="en-GB" sz="2000" dirty="0">
                <a:latin typeface="Abadi" panose="020B0604020104020204" pitchFamily="34" charset="0"/>
              </a:rPr>
              <a:t>Supports multiple output formats, including PDF, Word, and HTML</a:t>
            </a:r>
          </a:p>
          <a:p>
            <a:pPr lvl="1"/>
            <a:r>
              <a:rPr lang="en-GB" sz="2000" dirty="0">
                <a:latin typeface="Abadi" panose="020B0604020104020204" pitchFamily="34" charset="0"/>
              </a:rPr>
              <a:t>Works well with Git for version control and collaboration</a:t>
            </a:r>
          </a:p>
          <a:p>
            <a:pPr lvl="1"/>
            <a:endParaRPr lang="en-GB" sz="2200" dirty="0">
              <a:latin typeface="Abadi" panose="020B0604020104020204" pitchFamily="34" charset="0"/>
            </a:endParaRPr>
          </a:p>
          <a:p>
            <a:pPr lvl="1"/>
            <a:endParaRPr lang="en-GB" sz="2200" dirty="0">
              <a:latin typeface="Abadi" panose="020B0604020104020204" pitchFamily="34" charset="0"/>
            </a:endParaRPr>
          </a:p>
          <a:p>
            <a:pPr lvl="1"/>
            <a:endParaRPr lang="en-DE" dirty="0"/>
          </a:p>
        </p:txBody>
      </p:sp>
    </p:spTree>
    <p:extLst>
      <p:ext uri="{BB962C8B-B14F-4D97-AF65-F5344CB8AC3E}">
        <p14:creationId xmlns:p14="http://schemas.microsoft.com/office/powerpoint/2010/main" val="61751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B75E-0B85-1E3F-066A-02992B49B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AF232-BCF2-B44E-142C-DFDE6454A583}"/>
              </a:ext>
            </a:extLst>
          </p:cNvPr>
          <p:cNvSpPr>
            <a:spLocks noGrp="1"/>
          </p:cNvSpPr>
          <p:nvPr>
            <p:ph type="title"/>
          </p:nvPr>
        </p:nvSpPr>
        <p:spPr/>
        <p:txBody>
          <a:bodyPr/>
          <a:lstStyle/>
          <a:p>
            <a:r>
              <a:rPr lang="de-DE" dirty="0">
                <a:latin typeface="Abadi" panose="020B0604020104020204" pitchFamily="34" charset="0"/>
              </a:rPr>
              <a:t>Summing up</a:t>
            </a:r>
            <a:endParaRPr lang="en-DE" dirty="0">
              <a:latin typeface="Abadi" panose="020B0604020104020204" pitchFamily="34" charset="0"/>
            </a:endParaRPr>
          </a:p>
        </p:txBody>
      </p:sp>
      <p:sp>
        <p:nvSpPr>
          <p:cNvPr id="4" name="Rectangle 3">
            <a:extLst>
              <a:ext uri="{FF2B5EF4-FFF2-40B4-BE49-F238E27FC236}">
                <a16:creationId xmlns:a16="http://schemas.microsoft.com/office/drawing/2014/main" id="{F607335F-D05B-A8DF-86AD-3A173B7202B6}"/>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5" name="Picture 4" descr="A diagram of a diagram&#10;&#10;AI-generated content may be incorrect.">
            <a:extLst>
              <a:ext uri="{FF2B5EF4-FFF2-40B4-BE49-F238E27FC236}">
                <a16:creationId xmlns:a16="http://schemas.microsoft.com/office/drawing/2014/main" id="{118507DC-EC20-92CA-94B1-29EF95FCE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cxnSp>
        <p:nvCxnSpPr>
          <p:cNvPr id="6" name="Straight Arrow Connector 5">
            <a:extLst>
              <a:ext uri="{FF2B5EF4-FFF2-40B4-BE49-F238E27FC236}">
                <a16:creationId xmlns:a16="http://schemas.microsoft.com/office/drawing/2014/main" id="{A2FF0D87-227D-1719-AE22-70000EC5A394}"/>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1A0AF5E8-0573-EBE1-EE13-91297FE745E2}"/>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AE3B571-20CD-A795-A376-0CFA6A798B12}"/>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52DAE53-973B-572D-4994-19B7A83D00EE}"/>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10" name="Graphic 9" descr="Blueprint outline">
            <a:extLst>
              <a:ext uri="{FF2B5EF4-FFF2-40B4-BE49-F238E27FC236}">
                <a16:creationId xmlns:a16="http://schemas.microsoft.com/office/drawing/2014/main" id="{07E8280B-C3FB-BB89-6CE6-4E94C08FA2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2204" y="1689145"/>
            <a:ext cx="914400" cy="914400"/>
          </a:xfrm>
          <a:prstGeom prst="rect">
            <a:avLst/>
          </a:prstGeom>
        </p:spPr>
      </p:pic>
      <p:sp>
        <p:nvSpPr>
          <p:cNvPr id="11" name="TextBox 10">
            <a:extLst>
              <a:ext uri="{FF2B5EF4-FFF2-40B4-BE49-F238E27FC236}">
                <a16:creationId xmlns:a16="http://schemas.microsoft.com/office/drawing/2014/main" id="{FE383096-F906-00F9-9866-FE1C7C6D6A28}"/>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12" name="TextBox 11">
            <a:extLst>
              <a:ext uri="{FF2B5EF4-FFF2-40B4-BE49-F238E27FC236}">
                <a16:creationId xmlns:a16="http://schemas.microsoft.com/office/drawing/2014/main" id="{CB221ACE-3C60-A98C-E8D9-609D76DFF57C}"/>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13" name="TextBox 12">
            <a:extLst>
              <a:ext uri="{FF2B5EF4-FFF2-40B4-BE49-F238E27FC236}">
                <a16:creationId xmlns:a16="http://schemas.microsoft.com/office/drawing/2014/main" id="{3E2EB804-1661-2550-8F7E-3C2D9CA839D5}"/>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cxnSp>
        <p:nvCxnSpPr>
          <p:cNvPr id="15" name="Straight Arrow Connector 14">
            <a:extLst>
              <a:ext uri="{FF2B5EF4-FFF2-40B4-BE49-F238E27FC236}">
                <a16:creationId xmlns:a16="http://schemas.microsoft.com/office/drawing/2014/main" id="{EF400674-556A-558D-789F-C4EA38FC378C}"/>
              </a:ext>
            </a:extLst>
          </p:cNvPr>
          <p:cNvCxnSpPr>
            <a:cxnSpLocks/>
          </p:cNvCxnSpPr>
          <p:nvPr/>
        </p:nvCxnSpPr>
        <p:spPr>
          <a:xfrm flipV="1">
            <a:off x="2509180" y="2402965"/>
            <a:ext cx="2093668" cy="849779"/>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D5E2799-B74C-156A-2941-CAF075862C9F}"/>
              </a:ext>
            </a:extLst>
          </p:cNvPr>
          <p:cNvSpPr txBox="1"/>
          <p:nvPr/>
        </p:nvSpPr>
        <p:spPr>
          <a:xfrm>
            <a:off x="481263" y="3223736"/>
            <a:ext cx="3460751" cy="1831271"/>
          </a:xfrm>
          <a:prstGeom prst="rect">
            <a:avLst/>
          </a:prstGeom>
          <a:noFill/>
        </p:spPr>
        <p:txBody>
          <a:bodyPr wrap="square" rtlCol="0">
            <a:spAutoFit/>
          </a:bodyPr>
          <a:lstStyle/>
          <a:p>
            <a:pPr>
              <a:spcAft>
                <a:spcPts val="600"/>
              </a:spcAft>
            </a:pPr>
            <a:r>
              <a:rPr lang="en-GB" b="1" dirty="0">
                <a:latin typeface="Abadi" panose="020B0604020104020204" pitchFamily="34" charset="0"/>
              </a:rPr>
              <a:t>Project management</a:t>
            </a:r>
          </a:p>
          <a:p>
            <a:pPr marL="285750" indent="-285750">
              <a:buFont typeface="Arial" panose="020B0604020202020204" pitchFamily="34" charset="0"/>
              <a:buChar char="•"/>
            </a:pPr>
            <a:r>
              <a:rPr lang="en-GB" dirty="0">
                <a:latin typeface="Abadi" panose="020B0604020104020204" pitchFamily="34" charset="0"/>
              </a:rPr>
              <a:t>Infrastructure</a:t>
            </a:r>
          </a:p>
          <a:p>
            <a:pPr marL="285750" indent="-285750">
              <a:buFont typeface="Arial" panose="020B0604020202020204" pitchFamily="34" charset="0"/>
              <a:buChar char="•"/>
            </a:pPr>
            <a:r>
              <a:rPr lang="en-GB" dirty="0">
                <a:latin typeface="Abadi" panose="020B0604020104020204" pitchFamily="34" charset="0"/>
              </a:rPr>
              <a:t>Backup / version control</a:t>
            </a:r>
          </a:p>
          <a:p>
            <a:pPr marL="285750" indent="-285750">
              <a:buFont typeface="Arial" panose="020B0604020202020204" pitchFamily="34" charset="0"/>
              <a:buChar char="•"/>
            </a:pPr>
            <a:r>
              <a:rPr lang="en-GB" dirty="0">
                <a:latin typeface="Abadi" panose="020B0604020104020204" pitchFamily="34" charset="0"/>
              </a:rPr>
              <a:t>Code quality</a:t>
            </a:r>
            <a:r>
              <a:rPr lang="ru-RU" dirty="0">
                <a:latin typeface="Abadi" panose="020B0604020104020204" pitchFamily="34" charset="0"/>
              </a:rPr>
              <a:t> </a:t>
            </a:r>
            <a:r>
              <a:rPr lang="de-DE" dirty="0">
                <a:latin typeface="Abadi" panose="020B0604020104020204" pitchFamily="34" charset="0"/>
              </a:rPr>
              <a:t>&amp; d</a:t>
            </a:r>
            <a:r>
              <a:rPr lang="en-GB" dirty="0">
                <a:latin typeface="Abadi" panose="020B0604020104020204" pitchFamily="34" charset="0"/>
              </a:rPr>
              <a:t>ocumentation</a:t>
            </a:r>
          </a:p>
          <a:p>
            <a:pPr marL="285750" indent="-285750">
              <a:buFont typeface="Arial" panose="020B0604020202020204" pitchFamily="34" charset="0"/>
              <a:buChar char="•"/>
            </a:pPr>
            <a:r>
              <a:rPr lang="en-GB" dirty="0">
                <a:latin typeface="Abadi" panose="020B0604020104020204" pitchFamily="34" charset="0"/>
              </a:rPr>
              <a:t>Data archiving</a:t>
            </a:r>
          </a:p>
          <a:p>
            <a:pPr marL="285750" indent="-285750">
              <a:buFont typeface="Arial" panose="020B0604020202020204" pitchFamily="34" charset="0"/>
              <a:buChar char="•"/>
            </a:pPr>
            <a:r>
              <a:rPr lang="en-GB" dirty="0">
                <a:latin typeface="Abadi" panose="020B0604020104020204" pitchFamily="34" charset="0"/>
              </a:rPr>
              <a:t>Report writing</a:t>
            </a:r>
            <a:endParaRPr lang="en-DE" dirty="0">
              <a:latin typeface="Abadi" panose="020B0604020104020204" pitchFamily="34" charset="0"/>
            </a:endParaRPr>
          </a:p>
        </p:txBody>
      </p:sp>
      <p:cxnSp>
        <p:nvCxnSpPr>
          <p:cNvPr id="17" name="Straight Arrow Connector 16">
            <a:extLst>
              <a:ext uri="{FF2B5EF4-FFF2-40B4-BE49-F238E27FC236}">
                <a16:creationId xmlns:a16="http://schemas.microsoft.com/office/drawing/2014/main" id="{62DA9008-F056-06E0-9C38-3E45C82B874C}"/>
              </a:ext>
            </a:extLst>
          </p:cNvPr>
          <p:cNvCxnSpPr>
            <a:cxnSpLocks/>
          </p:cNvCxnSpPr>
          <p:nvPr/>
        </p:nvCxnSpPr>
        <p:spPr>
          <a:xfrm>
            <a:off x="2361205" y="4823201"/>
            <a:ext cx="2545299" cy="704157"/>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19" name="Graphic 18" descr="Hierarchy outline">
            <a:extLst>
              <a:ext uri="{FF2B5EF4-FFF2-40B4-BE49-F238E27FC236}">
                <a16:creationId xmlns:a16="http://schemas.microsoft.com/office/drawing/2014/main" id="{3049A0C6-1909-B3BA-C160-4380BCDC82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0343" y="2416125"/>
            <a:ext cx="914400" cy="914400"/>
          </a:xfrm>
          <a:prstGeom prst="rect">
            <a:avLst/>
          </a:prstGeom>
        </p:spPr>
      </p:pic>
    </p:spTree>
    <p:extLst>
      <p:ext uri="{BB962C8B-B14F-4D97-AF65-F5344CB8AC3E}">
        <p14:creationId xmlns:p14="http://schemas.microsoft.com/office/powerpoint/2010/main" val="176249810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67FA-EA36-C91E-DF43-16B995C8D644}"/>
              </a:ext>
            </a:extLst>
          </p:cNvPr>
          <p:cNvSpPr>
            <a:spLocks noGrp="1"/>
          </p:cNvSpPr>
          <p:nvPr>
            <p:ph type="title"/>
          </p:nvPr>
        </p:nvSpPr>
        <p:spPr/>
        <p:txBody>
          <a:bodyPr/>
          <a:lstStyle/>
          <a:p>
            <a:r>
              <a:rPr lang="de-DE" dirty="0">
                <a:latin typeface="Abadi" panose="020B0604020104020204" pitchFamily="34" charset="0"/>
              </a:rPr>
              <a:t>Summing up</a:t>
            </a:r>
            <a:endParaRPr lang="en-DE" dirty="0">
              <a:latin typeface="Abadi" panose="020B0604020104020204" pitchFamily="34" charset="0"/>
            </a:endParaRPr>
          </a:p>
        </p:txBody>
      </p:sp>
      <p:sp>
        <p:nvSpPr>
          <p:cNvPr id="4" name="Rectangle 3">
            <a:extLst>
              <a:ext uri="{FF2B5EF4-FFF2-40B4-BE49-F238E27FC236}">
                <a16:creationId xmlns:a16="http://schemas.microsoft.com/office/drawing/2014/main" id="{86B16905-DBA4-74F7-4B2F-DAD6F9D00C0B}"/>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5" name="Picture 4" descr="A diagram of a diagram&#10;&#10;AI-generated content may be incorrect.">
            <a:extLst>
              <a:ext uri="{FF2B5EF4-FFF2-40B4-BE49-F238E27FC236}">
                <a16:creationId xmlns:a16="http://schemas.microsoft.com/office/drawing/2014/main" id="{A807FE61-C75B-98B1-BDE1-860F62E6A4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cxnSp>
        <p:nvCxnSpPr>
          <p:cNvPr id="6" name="Straight Arrow Connector 5">
            <a:extLst>
              <a:ext uri="{FF2B5EF4-FFF2-40B4-BE49-F238E27FC236}">
                <a16:creationId xmlns:a16="http://schemas.microsoft.com/office/drawing/2014/main" id="{CAC4F9BF-B8A7-1DD0-4006-0DCAFFEBBAD7}"/>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C7C3648-202C-7A10-FD8D-AC322BC7C895}"/>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4C594B0-8383-66C1-825D-114D74F7A22D}"/>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2077433-904B-5629-FFE2-67A7D687E493}"/>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10" name="Graphic 9" descr="Blueprint outline">
            <a:extLst>
              <a:ext uri="{FF2B5EF4-FFF2-40B4-BE49-F238E27FC236}">
                <a16:creationId xmlns:a16="http://schemas.microsoft.com/office/drawing/2014/main" id="{0C11493D-BC50-54BD-FFD3-FE9A474FAA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2204" y="1689145"/>
            <a:ext cx="914400" cy="914400"/>
          </a:xfrm>
          <a:prstGeom prst="rect">
            <a:avLst/>
          </a:prstGeom>
        </p:spPr>
      </p:pic>
      <p:sp>
        <p:nvSpPr>
          <p:cNvPr id="11" name="TextBox 10">
            <a:extLst>
              <a:ext uri="{FF2B5EF4-FFF2-40B4-BE49-F238E27FC236}">
                <a16:creationId xmlns:a16="http://schemas.microsoft.com/office/drawing/2014/main" id="{EC1736DA-768D-3C9A-1EE5-188154400DBA}"/>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12" name="TextBox 11">
            <a:extLst>
              <a:ext uri="{FF2B5EF4-FFF2-40B4-BE49-F238E27FC236}">
                <a16:creationId xmlns:a16="http://schemas.microsoft.com/office/drawing/2014/main" id="{47EAFBA6-17FC-19D3-98DE-8DA0CBF3A1F6}"/>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13" name="TextBox 12">
            <a:extLst>
              <a:ext uri="{FF2B5EF4-FFF2-40B4-BE49-F238E27FC236}">
                <a16:creationId xmlns:a16="http://schemas.microsoft.com/office/drawing/2014/main" id="{161A626C-0D1B-E878-59BE-9E394E592C49}"/>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cxnSp>
        <p:nvCxnSpPr>
          <p:cNvPr id="15" name="Straight Arrow Connector 14">
            <a:extLst>
              <a:ext uri="{FF2B5EF4-FFF2-40B4-BE49-F238E27FC236}">
                <a16:creationId xmlns:a16="http://schemas.microsoft.com/office/drawing/2014/main" id="{939BBA07-1212-900E-BB6A-1596E78B37B9}"/>
              </a:ext>
            </a:extLst>
          </p:cNvPr>
          <p:cNvCxnSpPr>
            <a:cxnSpLocks/>
          </p:cNvCxnSpPr>
          <p:nvPr/>
        </p:nvCxnSpPr>
        <p:spPr>
          <a:xfrm flipV="1">
            <a:off x="2509180" y="2402965"/>
            <a:ext cx="2093668" cy="849779"/>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B11E40E0-DA1D-3EF2-B07F-94DD9DF17205}"/>
              </a:ext>
            </a:extLst>
          </p:cNvPr>
          <p:cNvSpPr/>
          <p:nvPr/>
        </p:nvSpPr>
        <p:spPr>
          <a:xfrm>
            <a:off x="8626695" y="2401157"/>
            <a:ext cx="3250123" cy="2281422"/>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TextBox 2">
            <a:extLst>
              <a:ext uri="{FF2B5EF4-FFF2-40B4-BE49-F238E27FC236}">
                <a16:creationId xmlns:a16="http://schemas.microsoft.com/office/drawing/2014/main" id="{838618D8-CBD3-CEA6-B75A-1593DF94C113}"/>
              </a:ext>
            </a:extLst>
          </p:cNvPr>
          <p:cNvSpPr txBox="1"/>
          <p:nvPr/>
        </p:nvSpPr>
        <p:spPr>
          <a:xfrm>
            <a:off x="481263" y="3223736"/>
            <a:ext cx="3460751" cy="1831271"/>
          </a:xfrm>
          <a:prstGeom prst="rect">
            <a:avLst/>
          </a:prstGeom>
          <a:noFill/>
        </p:spPr>
        <p:txBody>
          <a:bodyPr wrap="square" rtlCol="0">
            <a:spAutoFit/>
          </a:bodyPr>
          <a:lstStyle/>
          <a:p>
            <a:pPr>
              <a:spcAft>
                <a:spcPts val="600"/>
              </a:spcAft>
            </a:pPr>
            <a:r>
              <a:rPr lang="en-GB" b="1" dirty="0">
                <a:latin typeface="Abadi" panose="020B0604020104020204" pitchFamily="34" charset="0"/>
              </a:rPr>
              <a:t>Project management</a:t>
            </a:r>
          </a:p>
          <a:p>
            <a:pPr marL="285750" indent="-285750">
              <a:buFont typeface="Arial" panose="020B0604020202020204" pitchFamily="34" charset="0"/>
              <a:buChar char="•"/>
            </a:pPr>
            <a:r>
              <a:rPr lang="en-GB" dirty="0">
                <a:latin typeface="Abadi" panose="020B0604020104020204" pitchFamily="34" charset="0"/>
              </a:rPr>
              <a:t>Infrastructure</a:t>
            </a:r>
          </a:p>
          <a:p>
            <a:pPr marL="285750" indent="-285750">
              <a:buFont typeface="Arial" panose="020B0604020202020204" pitchFamily="34" charset="0"/>
              <a:buChar char="•"/>
            </a:pPr>
            <a:r>
              <a:rPr lang="en-GB" dirty="0">
                <a:latin typeface="Abadi" panose="020B0604020104020204" pitchFamily="34" charset="0"/>
              </a:rPr>
              <a:t>Backup / version control</a:t>
            </a:r>
          </a:p>
          <a:p>
            <a:pPr marL="285750" indent="-285750">
              <a:buFont typeface="Arial" panose="020B0604020202020204" pitchFamily="34" charset="0"/>
              <a:buChar char="•"/>
            </a:pPr>
            <a:r>
              <a:rPr lang="en-GB" dirty="0">
                <a:latin typeface="Abadi" panose="020B0604020104020204" pitchFamily="34" charset="0"/>
              </a:rPr>
              <a:t>Code quality</a:t>
            </a:r>
            <a:r>
              <a:rPr lang="ru-RU" dirty="0">
                <a:latin typeface="Abadi" panose="020B0604020104020204" pitchFamily="34" charset="0"/>
              </a:rPr>
              <a:t> </a:t>
            </a:r>
            <a:r>
              <a:rPr lang="de-DE" dirty="0">
                <a:latin typeface="Abadi" panose="020B0604020104020204" pitchFamily="34" charset="0"/>
              </a:rPr>
              <a:t>&amp; d</a:t>
            </a:r>
            <a:r>
              <a:rPr lang="en-GB" dirty="0">
                <a:latin typeface="Abadi" panose="020B0604020104020204" pitchFamily="34" charset="0"/>
              </a:rPr>
              <a:t>ocumentation</a:t>
            </a:r>
          </a:p>
          <a:p>
            <a:pPr marL="285750" indent="-285750">
              <a:buFont typeface="Arial" panose="020B0604020202020204" pitchFamily="34" charset="0"/>
              <a:buChar char="•"/>
            </a:pPr>
            <a:r>
              <a:rPr lang="en-GB" dirty="0">
                <a:latin typeface="Abadi" panose="020B0604020104020204" pitchFamily="34" charset="0"/>
              </a:rPr>
              <a:t>Data archiving</a:t>
            </a:r>
          </a:p>
          <a:p>
            <a:pPr marL="285750" indent="-285750">
              <a:buFont typeface="Arial" panose="020B0604020202020204" pitchFamily="34" charset="0"/>
              <a:buChar char="•"/>
            </a:pPr>
            <a:r>
              <a:rPr lang="en-GB" dirty="0">
                <a:latin typeface="Abadi" panose="020B0604020104020204" pitchFamily="34" charset="0"/>
              </a:rPr>
              <a:t>Report writing</a:t>
            </a:r>
            <a:endParaRPr lang="en-DE" dirty="0">
              <a:latin typeface="Abadi" panose="020B0604020104020204" pitchFamily="34" charset="0"/>
            </a:endParaRPr>
          </a:p>
        </p:txBody>
      </p:sp>
      <p:cxnSp>
        <p:nvCxnSpPr>
          <p:cNvPr id="19" name="Straight Arrow Connector 18">
            <a:extLst>
              <a:ext uri="{FF2B5EF4-FFF2-40B4-BE49-F238E27FC236}">
                <a16:creationId xmlns:a16="http://schemas.microsoft.com/office/drawing/2014/main" id="{15D20B52-591E-E994-3637-2E3280EF09D4}"/>
              </a:ext>
            </a:extLst>
          </p:cNvPr>
          <p:cNvCxnSpPr>
            <a:cxnSpLocks/>
          </p:cNvCxnSpPr>
          <p:nvPr/>
        </p:nvCxnSpPr>
        <p:spPr>
          <a:xfrm>
            <a:off x="2361205" y="4823201"/>
            <a:ext cx="2545299" cy="704157"/>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0" name="Graphic 19" descr="Hierarchy outline">
            <a:extLst>
              <a:ext uri="{FF2B5EF4-FFF2-40B4-BE49-F238E27FC236}">
                <a16:creationId xmlns:a16="http://schemas.microsoft.com/office/drawing/2014/main" id="{367B4EF0-F9B9-BE5F-0E51-C03C813EDD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0343" y="2416125"/>
            <a:ext cx="914400" cy="914400"/>
          </a:xfrm>
          <a:prstGeom prst="rect">
            <a:avLst/>
          </a:prstGeom>
        </p:spPr>
      </p:pic>
    </p:spTree>
    <p:extLst>
      <p:ext uri="{BB962C8B-B14F-4D97-AF65-F5344CB8AC3E}">
        <p14:creationId xmlns:p14="http://schemas.microsoft.com/office/powerpoint/2010/main" val="20103222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CF653-1D0B-8685-71C7-0E0AB9AAF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0ACA68-361E-D5B8-16EA-3B58A9DE145F}"/>
              </a:ext>
            </a:extLst>
          </p:cNvPr>
          <p:cNvSpPr>
            <a:spLocks noGrp="1"/>
          </p:cNvSpPr>
          <p:nvPr>
            <p:ph type="title"/>
          </p:nvPr>
        </p:nvSpPr>
        <p:spPr/>
        <p:txBody>
          <a:bodyPr/>
          <a:lstStyle/>
          <a:p>
            <a:r>
              <a:rPr lang="de-DE" dirty="0">
                <a:latin typeface="Abadi" panose="020B0604020104020204" pitchFamily="34" charset="0"/>
              </a:rPr>
              <a:t>Summing up</a:t>
            </a:r>
            <a:endParaRPr lang="en-DE" dirty="0">
              <a:latin typeface="Abadi" panose="020B0604020104020204" pitchFamily="34" charset="0"/>
            </a:endParaRPr>
          </a:p>
        </p:txBody>
      </p:sp>
      <p:sp>
        <p:nvSpPr>
          <p:cNvPr id="4" name="Rectangle 3">
            <a:extLst>
              <a:ext uri="{FF2B5EF4-FFF2-40B4-BE49-F238E27FC236}">
                <a16:creationId xmlns:a16="http://schemas.microsoft.com/office/drawing/2014/main" id="{7AB4C416-2474-617D-F1CC-B1E9DC5E0A2D}"/>
              </a:ext>
            </a:extLst>
          </p:cNvPr>
          <p:cNvSpPr/>
          <p:nvPr/>
        </p:nvSpPr>
        <p:spPr>
          <a:xfrm>
            <a:off x="5424650" y="2327447"/>
            <a:ext cx="1345426" cy="6921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pic>
        <p:nvPicPr>
          <p:cNvPr id="5" name="Picture 4" descr="A diagram of a diagram&#10;&#10;AI-generated content may be incorrect.">
            <a:extLst>
              <a:ext uri="{FF2B5EF4-FFF2-40B4-BE49-F238E27FC236}">
                <a16:creationId xmlns:a16="http://schemas.microsoft.com/office/drawing/2014/main" id="{4C2CE59A-E939-3808-B97F-5BED639AC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88" y="1462392"/>
            <a:ext cx="8074507" cy="4552648"/>
          </a:xfrm>
          <a:prstGeom prst="rect">
            <a:avLst/>
          </a:prstGeom>
        </p:spPr>
      </p:pic>
      <p:cxnSp>
        <p:nvCxnSpPr>
          <p:cNvPr id="6" name="Straight Arrow Connector 5">
            <a:extLst>
              <a:ext uri="{FF2B5EF4-FFF2-40B4-BE49-F238E27FC236}">
                <a16:creationId xmlns:a16="http://schemas.microsoft.com/office/drawing/2014/main" id="{768FA70C-BFCF-08C6-E9CC-D0BE860FDE15}"/>
              </a:ext>
            </a:extLst>
          </p:cNvPr>
          <p:cNvCxnSpPr>
            <a:cxnSpLocks/>
          </p:cNvCxnSpPr>
          <p:nvPr/>
        </p:nvCxnSpPr>
        <p:spPr>
          <a:xfrm flipH="1">
            <a:off x="5762367" y="3962400"/>
            <a:ext cx="2051597" cy="12064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CD84CF2E-33F9-A72B-A0AF-ADB34473A78C}"/>
              </a:ext>
            </a:extLst>
          </p:cNvPr>
          <p:cNvCxnSpPr>
            <a:cxnSpLocks/>
          </p:cNvCxnSpPr>
          <p:nvPr/>
        </p:nvCxnSpPr>
        <p:spPr>
          <a:xfrm flipH="1">
            <a:off x="7240178" y="3962400"/>
            <a:ext cx="573786" cy="121920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CABFAAA-586E-AABF-C705-B26D231B9249}"/>
              </a:ext>
            </a:extLst>
          </p:cNvPr>
          <p:cNvCxnSpPr>
            <a:cxnSpLocks/>
          </p:cNvCxnSpPr>
          <p:nvPr/>
        </p:nvCxnSpPr>
        <p:spPr>
          <a:xfrm flipH="1" flipV="1">
            <a:off x="4797877" y="3837709"/>
            <a:ext cx="3016087" cy="124691"/>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C453BC7-E1F3-C496-B9CD-7859E9E9A42B}"/>
              </a:ext>
            </a:extLst>
          </p:cNvPr>
          <p:cNvCxnSpPr>
            <a:cxnSpLocks/>
          </p:cNvCxnSpPr>
          <p:nvPr/>
        </p:nvCxnSpPr>
        <p:spPr>
          <a:xfrm flipH="1" flipV="1">
            <a:off x="5424650" y="2424545"/>
            <a:ext cx="2389314" cy="153785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10" name="Graphic 9" descr="Blueprint outline">
            <a:extLst>
              <a:ext uri="{FF2B5EF4-FFF2-40B4-BE49-F238E27FC236}">
                <a16:creationId xmlns:a16="http://schemas.microsoft.com/office/drawing/2014/main" id="{CF93EE2B-3CF9-A86F-87DB-3E5F600C93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2204" y="1689145"/>
            <a:ext cx="914400" cy="914400"/>
          </a:xfrm>
          <a:prstGeom prst="rect">
            <a:avLst/>
          </a:prstGeom>
        </p:spPr>
      </p:pic>
      <p:sp>
        <p:nvSpPr>
          <p:cNvPr id="11" name="TextBox 10">
            <a:extLst>
              <a:ext uri="{FF2B5EF4-FFF2-40B4-BE49-F238E27FC236}">
                <a16:creationId xmlns:a16="http://schemas.microsoft.com/office/drawing/2014/main" id="{A798F90B-79FE-F91D-EA61-D7E616029359}"/>
              </a:ext>
            </a:extLst>
          </p:cNvPr>
          <p:cNvSpPr txBox="1"/>
          <p:nvPr/>
        </p:nvSpPr>
        <p:spPr>
          <a:xfrm>
            <a:off x="8669568" y="2002855"/>
            <a:ext cx="643125" cy="400110"/>
          </a:xfrm>
          <a:prstGeom prst="rect">
            <a:avLst/>
          </a:prstGeom>
          <a:noFill/>
        </p:spPr>
        <p:txBody>
          <a:bodyPr wrap="none" rtlCol="0">
            <a:spAutoFit/>
          </a:bodyPr>
          <a:lstStyle/>
          <a:p>
            <a:r>
              <a:rPr lang="en-GB" sz="2000" b="1" dirty="0">
                <a:latin typeface="Abadi" panose="020B0604020104020204" pitchFamily="34" charset="0"/>
              </a:rPr>
              <a:t>Plan</a:t>
            </a:r>
          </a:p>
        </p:txBody>
      </p:sp>
      <p:sp>
        <p:nvSpPr>
          <p:cNvPr id="12" name="TextBox 11">
            <a:extLst>
              <a:ext uri="{FF2B5EF4-FFF2-40B4-BE49-F238E27FC236}">
                <a16:creationId xmlns:a16="http://schemas.microsoft.com/office/drawing/2014/main" id="{BCF22783-819F-05EA-5D07-C78003A92251}"/>
              </a:ext>
            </a:extLst>
          </p:cNvPr>
          <p:cNvSpPr txBox="1"/>
          <p:nvPr/>
        </p:nvSpPr>
        <p:spPr>
          <a:xfrm>
            <a:off x="4587306" y="1813548"/>
            <a:ext cx="1175061" cy="553998"/>
          </a:xfrm>
          <a:prstGeom prst="rect">
            <a:avLst/>
          </a:prstGeom>
          <a:solidFill>
            <a:schemeClr val="bg1"/>
          </a:solidFill>
        </p:spPr>
        <p:txBody>
          <a:bodyPr wrap="square" rtlCol="0">
            <a:spAutoFit/>
          </a:bodyPr>
          <a:lstStyle/>
          <a:p>
            <a:pPr algn="ctr"/>
            <a:r>
              <a:rPr lang="en-GB" sz="1500" b="1" dirty="0">
                <a:latin typeface="Calibri" panose="020F0502020204030204" pitchFamily="34" charset="0"/>
                <a:ea typeface="Calibri" panose="020F0502020204030204" pitchFamily="34" charset="0"/>
                <a:cs typeface="Calibri" panose="020F0502020204030204" pitchFamily="34" charset="0"/>
              </a:rPr>
              <a:t>Report, store, share</a:t>
            </a:r>
          </a:p>
        </p:txBody>
      </p:sp>
      <p:sp>
        <p:nvSpPr>
          <p:cNvPr id="13" name="TextBox 12">
            <a:extLst>
              <a:ext uri="{FF2B5EF4-FFF2-40B4-BE49-F238E27FC236}">
                <a16:creationId xmlns:a16="http://schemas.microsoft.com/office/drawing/2014/main" id="{3B88234C-7E8A-DF0F-6E7A-8501E9ED7FD7}"/>
              </a:ext>
            </a:extLst>
          </p:cNvPr>
          <p:cNvSpPr txBox="1"/>
          <p:nvPr/>
        </p:nvSpPr>
        <p:spPr>
          <a:xfrm>
            <a:off x="8666604" y="2402965"/>
            <a:ext cx="3248305" cy="2308324"/>
          </a:xfrm>
          <a:prstGeom prst="rect">
            <a:avLst/>
          </a:prstGeom>
          <a:noFill/>
        </p:spPr>
        <p:txBody>
          <a:bodyPr wrap="square" rtlCol="0">
            <a:spAutoFit/>
          </a:bodyPr>
          <a:lstStyle/>
          <a:p>
            <a:r>
              <a:rPr lang="en-GB" dirty="0">
                <a:latin typeface="Abadi" panose="020B0604020104020204" pitchFamily="34" charset="0"/>
              </a:rPr>
              <a:t>What are your research questions? How will your study address them? </a:t>
            </a:r>
          </a:p>
          <a:p>
            <a:pPr marL="285750" indent="-285750">
              <a:buFont typeface="Arial" panose="020B0604020202020204" pitchFamily="34" charset="0"/>
              <a:buChar char="•"/>
            </a:pPr>
            <a:r>
              <a:rPr lang="en-GB" dirty="0">
                <a:latin typeface="Abadi" panose="020B0604020104020204" pitchFamily="34" charset="0"/>
              </a:rPr>
              <a:t>Method;</a:t>
            </a:r>
          </a:p>
          <a:p>
            <a:pPr marL="285750" indent="-285750">
              <a:buFont typeface="Arial" panose="020B0604020202020204" pitchFamily="34" charset="0"/>
              <a:buChar char="•"/>
            </a:pPr>
            <a:r>
              <a:rPr lang="en-GB" dirty="0">
                <a:latin typeface="Abadi" panose="020B0604020104020204" pitchFamily="34" charset="0"/>
              </a:rPr>
              <a:t>Sample size</a:t>
            </a:r>
          </a:p>
          <a:p>
            <a:pPr marL="285750" indent="-285750">
              <a:buFont typeface="Arial" panose="020B0604020202020204" pitchFamily="34" charset="0"/>
              <a:buChar char="•"/>
            </a:pPr>
            <a:r>
              <a:rPr lang="en-GB" dirty="0">
                <a:latin typeface="Abadi" panose="020B0604020104020204" pitchFamily="34" charset="0"/>
              </a:rPr>
              <a:t>Data collection, preprocessing, analysis, management post analysis</a:t>
            </a:r>
          </a:p>
        </p:txBody>
      </p:sp>
      <p:cxnSp>
        <p:nvCxnSpPr>
          <p:cNvPr id="15" name="Straight Arrow Connector 14">
            <a:extLst>
              <a:ext uri="{FF2B5EF4-FFF2-40B4-BE49-F238E27FC236}">
                <a16:creationId xmlns:a16="http://schemas.microsoft.com/office/drawing/2014/main" id="{2AD5F436-0DAC-2928-B921-E7E15E6F5A62}"/>
              </a:ext>
            </a:extLst>
          </p:cNvPr>
          <p:cNvCxnSpPr>
            <a:cxnSpLocks/>
          </p:cNvCxnSpPr>
          <p:nvPr/>
        </p:nvCxnSpPr>
        <p:spPr>
          <a:xfrm flipV="1">
            <a:off x="2509180" y="2402965"/>
            <a:ext cx="2093668" cy="849779"/>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1E01195-2C46-3030-365F-026C7026469D}"/>
              </a:ext>
            </a:extLst>
          </p:cNvPr>
          <p:cNvSpPr txBox="1"/>
          <p:nvPr/>
        </p:nvSpPr>
        <p:spPr>
          <a:xfrm>
            <a:off x="481263" y="3223736"/>
            <a:ext cx="3460751" cy="1831271"/>
          </a:xfrm>
          <a:prstGeom prst="rect">
            <a:avLst/>
          </a:prstGeom>
          <a:noFill/>
        </p:spPr>
        <p:txBody>
          <a:bodyPr wrap="square" rtlCol="0">
            <a:spAutoFit/>
          </a:bodyPr>
          <a:lstStyle/>
          <a:p>
            <a:pPr>
              <a:spcAft>
                <a:spcPts val="600"/>
              </a:spcAft>
            </a:pPr>
            <a:r>
              <a:rPr lang="en-GB" b="1" dirty="0">
                <a:latin typeface="Abadi" panose="020B0604020104020204" pitchFamily="34" charset="0"/>
              </a:rPr>
              <a:t>Project management</a:t>
            </a:r>
          </a:p>
          <a:p>
            <a:pPr marL="285750" indent="-285750">
              <a:buFont typeface="Arial" panose="020B0604020202020204" pitchFamily="34" charset="0"/>
              <a:buChar char="•"/>
            </a:pPr>
            <a:r>
              <a:rPr lang="en-GB" dirty="0">
                <a:latin typeface="Abadi" panose="020B0604020104020204" pitchFamily="34" charset="0"/>
              </a:rPr>
              <a:t>Infrastructure</a:t>
            </a:r>
          </a:p>
          <a:p>
            <a:pPr marL="285750" indent="-285750">
              <a:buFont typeface="Arial" panose="020B0604020202020204" pitchFamily="34" charset="0"/>
              <a:buChar char="•"/>
            </a:pPr>
            <a:r>
              <a:rPr lang="en-GB" dirty="0">
                <a:latin typeface="Abadi" panose="020B0604020104020204" pitchFamily="34" charset="0"/>
              </a:rPr>
              <a:t>Backup / version control</a:t>
            </a:r>
          </a:p>
          <a:p>
            <a:pPr marL="285750" indent="-285750">
              <a:buFont typeface="Arial" panose="020B0604020202020204" pitchFamily="34" charset="0"/>
              <a:buChar char="•"/>
            </a:pPr>
            <a:r>
              <a:rPr lang="en-GB" dirty="0">
                <a:latin typeface="Abadi" panose="020B0604020104020204" pitchFamily="34" charset="0"/>
              </a:rPr>
              <a:t>Code quality</a:t>
            </a:r>
            <a:r>
              <a:rPr lang="ru-RU" dirty="0">
                <a:latin typeface="Abadi" panose="020B0604020104020204" pitchFamily="34" charset="0"/>
              </a:rPr>
              <a:t> </a:t>
            </a:r>
            <a:r>
              <a:rPr lang="de-DE" dirty="0">
                <a:latin typeface="Abadi" panose="020B0604020104020204" pitchFamily="34" charset="0"/>
              </a:rPr>
              <a:t>&amp; d</a:t>
            </a:r>
            <a:r>
              <a:rPr lang="en-GB" dirty="0">
                <a:latin typeface="Abadi" panose="020B0604020104020204" pitchFamily="34" charset="0"/>
              </a:rPr>
              <a:t>ocumentation</a:t>
            </a:r>
          </a:p>
          <a:p>
            <a:pPr marL="285750" indent="-285750">
              <a:buFont typeface="Arial" panose="020B0604020202020204" pitchFamily="34" charset="0"/>
              <a:buChar char="•"/>
            </a:pPr>
            <a:r>
              <a:rPr lang="en-GB" dirty="0">
                <a:latin typeface="Abadi" panose="020B0604020104020204" pitchFamily="34" charset="0"/>
              </a:rPr>
              <a:t>Data archiving</a:t>
            </a:r>
          </a:p>
          <a:p>
            <a:pPr marL="285750" indent="-285750">
              <a:buFont typeface="Arial" panose="020B0604020202020204" pitchFamily="34" charset="0"/>
              <a:buChar char="•"/>
            </a:pPr>
            <a:r>
              <a:rPr lang="en-GB" dirty="0">
                <a:latin typeface="Abadi" panose="020B0604020104020204" pitchFamily="34" charset="0"/>
              </a:rPr>
              <a:t>Report writing</a:t>
            </a:r>
            <a:endParaRPr lang="en-DE" dirty="0">
              <a:latin typeface="Abadi" panose="020B0604020104020204" pitchFamily="34" charset="0"/>
            </a:endParaRPr>
          </a:p>
        </p:txBody>
      </p:sp>
      <p:cxnSp>
        <p:nvCxnSpPr>
          <p:cNvPr id="19" name="Straight Arrow Connector 18">
            <a:extLst>
              <a:ext uri="{FF2B5EF4-FFF2-40B4-BE49-F238E27FC236}">
                <a16:creationId xmlns:a16="http://schemas.microsoft.com/office/drawing/2014/main" id="{8BD77BE6-E501-C5F6-4804-B23CDDE843FC}"/>
              </a:ext>
            </a:extLst>
          </p:cNvPr>
          <p:cNvCxnSpPr>
            <a:cxnSpLocks/>
          </p:cNvCxnSpPr>
          <p:nvPr/>
        </p:nvCxnSpPr>
        <p:spPr>
          <a:xfrm>
            <a:off x="2361205" y="4823201"/>
            <a:ext cx="2545299" cy="704157"/>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0" name="Graphic 19" descr="Hierarchy outline">
            <a:extLst>
              <a:ext uri="{FF2B5EF4-FFF2-40B4-BE49-F238E27FC236}">
                <a16:creationId xmlns:a16="http://schemas.microsoft.com/office/drawing/2014/main" id="{53E5F653-2721-96B2-2E25-8A89717B20F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0343" y="2416125"/>
            <a:ext cx="914400" cy="914400"/>
          </a:xfrm>
          <a:prstGeom prst="rect">
            <a:avLst/>
          </a:prstGeom>
        </p:spPr>
      </p:pic>
      <p:sp>
        <p:nvSpPr>
          <p:cNvPr id="21" name="Rectangle 20">
            <a:extLst>
              <a:ext uri="{FF2B5EF4-FFF2-40B4-BE49-F238E27FC236}">
                <a16:creationId xmlns:a16="http://schemas.microsoft.com/office/drawing/2014/main" id="{CDE2D20A-AA48-1040-DB61-B2C2B5B29E32}"/>
              </a:ext>
            </a:extLst>
          </p:cNvPr>
          <p:cNvSpPr/>
          <p:nvPr/>
        </p:nvSpPr>
        <p:spPr>
          <a:xfrm>
            <a:off x="443171" y="3582860"/>
            <a:ext cx="3460751" cy="1472147"/>
          </a:xfrm>
          <a:prstGeom prst="rect">
            <a:avLst/>
          </a:prstGeom>
          <a:solidFill>
            <a:srgbClr val="FFFF00">
              <a:alpha val="35000"/>
            </a:srgbClr>
          </a:solidFill>
          <a:ln>
            <a:solidFill>
              <a:srgbClr val="FFFF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217587705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ainting of two people&#10;&#10;AI-generated content may be incorrect.">
            <a:extLst>
              <a:ext uri="{FF2B5EF4-FFF2-40B4-BE49-F238E27FC236}">
                <a16:creationId xmlns:a16="http://schemas.microsoft.com/office/drawing/2014/main" id="{600B46FD-1558-28FF-A4A8-2614F37EC6EA}"/>
              </a:ext>
            </a:extLst>
          </p:cNvPr>
          <p:cNvPicPr>
            <a:picLocks noChangeAspect="1"/>
          </p:cNvPicPr>
          <p:nvPr/>
        </p:nvPicPr>
        <p:blipFill>
          <a:blip r:embed="rId3">
            <a:extLst>
              <a:ext uri="{28A0092B-C50C-407E-A947-70E740481C1C}">
                <a14:useLocalDpi xmlns:a14="http://schemas.microsoft.com/office/drawing/2010/main" val="0"/>
              </a:ext>
            </a:extLst>
          </a:blip>
          <a:srcRect l="50000"/>
          <a:stretch>
            <a:fillRect/>
          </a:stretch>
        </p:blipFill>
        <p:spPr>
          <a:xfrm>
            <a:off x="6095999" y="540916"/>
            <a:ext cx="3937947" cy="5776168"/>
          </a:xfrm>
          <a:prstGeom prst="rect">
            <a:avLst/>
          </a:prstGeom>
        </p:spPr>
      </p:pic>
    </p:spTree>
    <p:extLst>
      <p:ext uri="{BB962C8B-B14F-4D97-AF65-F5344CB8AC3E}">
        <p14:creationId xmlns:p14="http://schemas.microsoft.com/office/powerpoint/2010/main" val="13773637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22381-0B55-F259-58ED-11AD7F89DBF3}"/>
            </a:ext>
          </a:extLst>
        </p:cNvPr>
        <p:cNvGrpSpPr/>
        <p:nvPr/>
      </p:nvGrpSpPr>
      <p:grpSpPr>
        <a:xfrm>
          <a:off x="0" y="0"/>
          <a:ext cx="0" cy="0"/>
          <a:chOff x="0" y="0"/>
          <a:chExt cx="0" cy="0"/>
        </a:xfrm>
      </p:grpSpPr>
      <p:pic>
        <p:nvPicPr>
          <p:cNvPr id="3" name="Picture 2" descr="A painting of two people&#10;&#10;AI-generated content may be incorrect.">
            <a:extLst>
              <a:ext uri="{FF2B5EF4-FFF2-40B4-BE49-F238E27FC236}">
                <a16:creationId xmlns:a16="http://schemas.microsoft.com/office/drawing/2014/main" id="{D6B30FAB-7C5B-FEED-888D-C046DA59E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8053" y="540916"/>
            <a:ext cx="7875894" cy="5776168"/>
          </a:xfrm>
          <a:prstGeom prst="rect">
            <a:avLst/>
          </a:prstGeom>
        </p:spPr>
      </p:pic>
    </p:spTree>
    <p:extLst>
      <p:ext uri="{BB962C8B-B14F-4D97-AF65-F5344CB8AC3E}">
        <p14:creationId xmlns:p14="http://schemas.microsoft.com/office/powerpoint/2010/main" val="229387242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B0D1D-C2F0-6175-1F85-358407E57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399C6-29A3-E0AE-0094-CCF748B8BCF3}"/>
              </a:ext>
            </a:extLst>
          </p:cNvPr>
          <p:cNvSpPr>
            <a:spLocks noGrp="1"/>
          </p:cNvSpPr>
          <p:nvPr>
            <p:ph type="title"/>
          </p:nvPr>
        </p:nvSpPr>
        <p:spPr/>
        <p:txBody>
          <a:bodyPr/>
          <a:lstStyle/>
          <a:p>
            <a:r>
              <a:rPr lang="de-DE" dirty="0">
                <a:latin typeface="Abadi" panose="020B0604020104020204" pitchFamily="34" charset="0"/>
              </a:rPr>
              <a:t>Materials</a:t>
            </a:r>
            <a:endParaRPr lang="en-DE" dirty="0">
              <a:latin typeface="Abadi" panose="020B0604020104020204" pitchFamily="34" charset="0"/>
            </a:endParaRPr>
          </a:p>
        </p:txBody>
      </p:sp>
      <p:sp>
        <p:nvSpPr>
          <p:cNvPr id="19" name="TextBox 18">
            <a:extLst>
              <a:ext uri="{FF2B5EF4-FFF2-40B4-BE49-F238E27FC236}">
                <a16:creationId xmlns:a16="http://schemas.microsoft.com/office/drawing/2014/main" id="{6FEC07AD-007D-72E3-BEF9-FF67450B43E2}"/>
              </a:ext>
            </a:extLst>
          </p:cNvPr>
          <p:cNvSpPr txBox="1"/>
          <p:nvPr/>
        </p:nvSpPr>
        <p:spPr>
          <a:xfrm>
            <a:off x="1757362" y="2951946"/>
            <a:ext cx="8677276" cy="954107"/>
          </a:xfrm>
          <a:prstGeom prst="rect">
            <a:avLst/>
          </a:prstGeom>
          <a:noFill/>
        </p:spPr>
        <p:txBody>
          <a:bodyPr wrap="square" rtlCol="0">
            <a:spAutoFit/>
          </a:bodyPr>
          <a:lstStyle/>
          <a:p>
            <a:pPr algn="ctr"/>
            <a:r>
              <a:rPr lang="en-DE" sz="2800" b="1" dirty="0">
                <a:latin typeface="Abadi" panose="020B0604020104020204" pitchFamily="34" charset="0"/>
                <a:hlinkClick r:id="rId2"/>
              </a:rPr>
              <a:t>https://github.com/mariakna/SEDarc2026_Making_Your_Research_Transparent_and_Reproducible.git</a:t>
            </a:r>
            <a:r>
              <a:rPr lang="en-GB" sz="2800" b="1" dirty="0">
                <a:latin typeface="Abadi" panose="020B0604020104020204" pitchFamily="34" charset="0"/>
              </a:rPr>
              <a:t> </a:t>
            </a:r>
            <a:endParaRPr lang="en-DE" sz="2800" b="1" dirty="0">
              <a:latin typeface="Abadi" panose="020B0604020104020204" pitchFamily="34" charset="0"/>
            </a:endParaRPr>
          </a:p>
        </p:txBody>
      </p:sp>
    </p:spTree>
    <p:extLst>
      <p:ext uri="{BB962C8B-B14F-4D97-AF65-F5344CB8AC3E}">
        <p14:creationId xmlns:p14="http://schemas.microsoft.com/office/powerpoint/2010/main" val="302774952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7D70D-A24C-628B-BE57-AE0A9C1916F2}"/>
              </a:ext>
            </a:extLst>
          </p:cNvPr>
          <p:cNvSpPr>
            <a:spLocks noGrp="1"/>
          </p:cNvSpPr>
          <p:nvPr>
            <p:ph type="title"/>
          </p:nvPr>
        </p:nvSpPr>
        <p:spPr/>
        <p:txBody>
          <a:bodyPr/>
          <a:lstStyle/>
          <a:p>
            <a:r>
              <a:rPr lang="en-GB" dirty="0">
                <a:latin typeface="Abadi" panose="020B0604020104020204" pitchFamily="34" charset="0"/>
              </a:rPr>
              <a:t>Thank you!</a:t>
            </a:r>
            <a:endParaRPr lang="en-DE" dirty="0">
              <a:latin typeface="Abadi" panose="020B0604020104020204" pitchFamily="34" charset="0"/>
            </a:endParaRPr>
          </a:p>
        </p:txBody>
      </p:sp>
      <p:sp>
        <p:nvSpPr>
          <p:cNvPr id="3" name="Text Placeholder 2">
            <a:extLst>
              <a:ext uri="{FF2B5EF4-FFF2-40B4-BE49-F238E27FC236}">
                <a16:creationId xmlns:a16="http://schemas.microsoft.com/office/drawing/2014/main" id="{BD6D76FA-C13F-0553-FC9C-6CC75B382D89}"/>
              </a:ext>
            </a:extLst>
          </p:cNvPr>
          <p:cNvSpPr>
            <a:spLocks noGrp="1"/>
          </p:cNvSpPr>
          <p:nvPr>
            <p:ph type="body" idx="1"/>
          </p:nvPr>
        </p:nvSpPr>
        <p:spPr/>
        <p:txBody>
          <a:bodyPr/>
          <a:lstStyle/>
          <a:p>
            <a:pPr algn="r"/>
            <a:r>
              <a:rPr lang="en-DE" dirty="0">
                <a:latin typeface="Abadi" panose="020B0604020104020204" pitchFamily="34" charset="0"/>
                <a:hlinkClick r:id="rId2"/>
              </a:rPr>
              <a:t>https://mariakna.github.io/</a:t>
            </a:r>
            <a:r>
              <a:rPr lang="en-GB" dirty="0">
                <a:latin typeface="Abadi" panose="020B0604020104020204" pitchFamily="34" charset="0"/>
              </a:rPr>
              <a:t> </a:t>
            </a:r>
            <a:endParaRPr lang="en-DE" dirty="0">
              <a:latin typeface="Abadi" panose="020B0604020104020204" pitchFamily="34" charset="0"/>
            </a:endParaRPr>
          </a:p>
        </p:txBody>
      </p:sp>
    </p:spTree>
    <p:extLst>
      <p:ext uri="{BB962C8B-B14F-4D97-AF65-F5344CB8AC3E}">
        <p14:creationId xmlns:p14="http://schemas.microsoft.com/office/powerpoint/2010/main" val="35644124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036B32-B167-BA4E-F3BD-A1C0B3C5B6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2957" y="939672"/>
            <a:ext cx="7506086" cy="4978656"/>
          </a:xfrm>
          <a:prstGeom prst="rect">
            <a:avLst/>
          </a:prstGeom>
        </p:spPr>
      </p:pic>
    </p:spTree>
    <p:extLst>
      <p:ext uri="{BB962C8B-B14F-4D97-AF65-F5344CB8AC3E}">
        <p14:creationId xmlns:p14="http://schemas.microsoft.com/office/powerpoint/2010/main" val="2087557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2628</TotalTime>
  <Words>5491</Words>
  <Application>Microsoft Office PowerPoint</Application>
  <PresentationFormat>Widescreen</PresentationFormat>
  <Paragraphs>1640</Paragraphs>
  <Slides>127</Slides>
  <Notes>82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127</vt:i4>
      </vt:variant>
    </vt:vector>
  </HeadingPairs>
  <TitlesOfParts>
    <vt:vector size="133" baseType="lpstr">
      <vt:lpstr>Abadi</vt:lpstr>
      <vt:lpstr>Aptos</vt:lpstr>
      <vt:lpstr>Aptos Display</vt:lpstr>
      <vt:lpstr>Arial</vt:lpstr>
      <vt:lpstr>Calibri</vt:lpstr>
      <vt:lpstr>Office Theme</vt:lpstr>
      <vt:lpstr>Making your research transparent and reproducible</vt:lpstr>
      <vt:lpstr>Typical research cycle</vt:lpstr>
      <vt:lpstr>Typical research cycle</vt:lpstr>
      <vt:lpstr>Typical research cycle</vt:lpstr>
      <vt:lpstr>Typical research cycle</vt:lpstr>
      <vt:lpstr>Typical research cycle</vt:lpstr>
      <vt:lpstr>Typical research cycle</vt:lpstr>
      <vt:lpstr>Typical research cycle</vt:lpstr>
      <vt:lpstr>Short-circuited by questionable practices </vt:lpstr>
      <vt:lpstr>Short-circuited by questionable practices </vt:lpstr>
      <vt:lpstr>Short-circuited by questionable practices </vt:lpstr>
      <vt:lpstr>Short-circuited by questionable practices </vt:lpstr>
      <vt:lpstr>Short-circuited by questionable practices </vt:lpstr>
      <vt:lpstr>Short-circuited by questionable practices </vt:lpstr>
      <vt:lpstr>PowerPoint Presentation</vt:lpstr>
      <vt:lpstr>Typical research cycle</vt:lpstr>
      <vt:lpstr>Typical research cycle</vt:lpstr>
      <vt:lpstr>Typical research cycle</vt:lpstr>
      <vt:lpstr>Typical research cycle</vt:lpstr>
      <vt:lpstr>Typical research cycle</vt:lpstr>
      <vt:lpstr>Typical research cycle</vt:lpstr>
      <vt:lpstr>Typical research cycle</vt:lpstr>
      <vt:lpstr>Typical research cycle</vt:lpstr>
      <vt:lpstr>Planning your research</vt:lpstr>
      <vt:lpstr>Key decisions to make</vt:lpstr>
      <vt:lpstr>Registering your research plans</vt:lpstr>
      <vt:lpstr>PowerPoint Presentation</vt:lpstr>
      <vt:lpstr>Pre-registeration</vt:lpstr>
      <vt:lpstr>What shall I pre-register?</vt:lpstr>
      <vt:lpstr>How detailed should it be?</vt:lpstr>
      <vt:lpstr>Where shall I pre-register?</vt:lpstr>
      <vt:lpstr>Quantitatve vs. Qualitative research</vt:lpstr>
      <vt:lpstr>When shall I pre-register?</vt:lpstr>
      <vt:lpstr>PowerPoint Presentation</vt:lpstr>
      <vt:lpstr>PowerPoint Presentation</vt:lpstr>
      <vt:lpstr>PowerPoint Presentation</vt:lpstr>
      <vt:lpstr>PowerPoint Presentation</vt:lpstr>
      <vt:lpstr>PowerPoint Presentation</vt:lpstr>
      <vt:lpstr>PowerPoint Presentation</vt:lpstr>
      <vt:lpstr>Registered report</vt:lpstr>
      <vt:lpstr>Registered report</vt:lpstr>
      <vt:lpstr>Registered report</vt:lpstr>
      <vt:lpstr>Registered report</vt:lpstr>
      <vt:lpstr>Registered report</vt:lpstr>
      <vt:lpstr>Registered report</vt:lpstr>
      <vt:lpstr>Registered report</vt:lpstr>
      <vt:lpstr>Registered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Typical research cycle</vt:lpstr>
      <vt:lpstr>Typical research cycle</vt:lpstr>
      <vt:lpstr>Project management</vt:lpstr>
      <vt:lpstr>Workflow in a broad sense</vt:lpstr>
      <vt:lpstr>Folder structure</vt:lpstr>
      <vt:lpstr>Folder structure</vt:lpstr>
      <vt:lpstr>Folder structure</vt:lpstr>
      <vt:lpstr>Folder structure</vt:lpstr>
      <vt:lpstr>Version control</vt:lpstr>
      <vt:lpstr>Git &amp; GitHub</vt:lpstr>
      <vt:lpstr>Git &amp; GitHub</vt:lpstr>
      <vt:lpstr>Git &amp; GitHub</vt:lpstr>
      <vt:lpstr>Git &amp; GitHub</vt:lpstr>
      <vt:lpstr>Git &amp; GitHub</vt:lpstr>
      <vt:lpstr>Git &amp; GitHub</vt:lpstr>
      <vt:lpstr>Git &amp; GitHub</vt:lpstr>
      <vt:lpstr>Git &amp; GitHub</vt:lpstr>
      <vt:lpstr>Git &amp; GitHub</vt:lpstr>
      <vt:lpstr>A basic set up: Using a template</vt:lpstr>
      <vt:lpstr>PowerPoint Presentation</vt:lpstr>
      <vt:lpstr>A basic set up: demo #2</vt:lpstr>
      <vt:lpstr>Code quality</vt:lpstr>
      <vt:lpstr>Readability: Variable names</vt:lpstr>
      <vt:lpstr>Readability: Function names</vt:lpstr>
      <vt:lpstr>Readability: be careful with one-liners</vt:lpstr>
      <vt:lpstr>Readability: Style</vt:lpstr>
      <vt:lpstr>Readability: Style</vt:lpstr>
      <vt:lpstr>Reusability</vt:lpstr>
      <vt:lpstr>Robustness</vt:lpstr>
      <vt:lpstr>Robustness: Produce errors</vt:lpstr>
      <vt:lpstr>Robustness: error management</vt:lpstr>
      <vt:lpstr>Robustness: error management</vt:lpstr>
      <vt:lpstr>Expect the worst &amp; test your code</vt:lpstr>
      <vt:lpstr>Code documentation</vt:lpstr>
      <vt:lpstr>Code documentation: Comments</vt:lpstr>
      <vt:lpstr>Code documentation: Docstrings</vt:lpstr>
      <vt:lpstr>Code documentation: Docstrings</vt:lpstr>
      <vt:lpstr>Last but not least... </vt:lpstr>
      <vt:lpstr>Data archiving</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Wide vs. long format</vt:lpstr>
      <vt:lpstr>Writing a report</vt:lpstr>
      <vt:lpstr>Writing a report</vt:lpstr>
      <vt:lpstr>Summing up</vt:lpstr>
      <vt:lpstr>Summing up</vt:lpstr>
      <vt:lpstr>Summing up</vt:lpstr>
      <vt:lpstr>PowerPoint Presentation</vt:lpstr>
      <vt:lpstr>PowerPoint Presentation</vt:lpstr>
      <vt:lpstr>Materials</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Korochkina, Maria</dc:creator>
  <cp:lastModifiedBy>Korochkina, Maria</cp:lastModifiedBy>
  <cp:revision>36</cp:revision>
  <dcterms:created xsi:type="dcterms:W3CDTF">2025-06-26T12:41:56Z</dcterms:created>
  <dcterms:modified xsi:type="dcterms:W3CDTF">2026-01-28T12:40:49Z</dcterms:modified>
</cp:coreProperties>
</file>